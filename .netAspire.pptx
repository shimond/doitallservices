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autoCompressPictures="0">
  <p:sldMasterIdLst>
    <p:sldMasterId id="2147485447" r:id="rId3"/>
  </p:sldMasterIdLst>
  <p:notesMasterIdLst>
    <p:notesMasterId r:id="rId20"/>
  </p:notesMasterIdLst>
  <p:handoutMasterIdLst>
    <p:handoutMasterId r:id="rId21"/>
  </p:handoutMasterIdLst>
  <p:sldIdLst>
    <p:sldId id="2147482790" r:id="rId4"/>
    <p:sldId id="2147482797" r:id="rId5"/>
    <p:sldId id="2147482791" r:id="rId6"/>
    <p:sldId id="2147482810" r:id="rId7"/>
    <p:sldId id="2147482814" r:id="rId8"/>
    <p:sldId id="2147482792" r:id="rId9"/>
    <p:sldId id="2147482800" r:id="rId10"/>
    <p:sldId id="2147482803" r:id="rId11"/>
    <p:sldId id="2147482802" r:id="rId12"/>
    <p:sldId id="2147482807" r:id="rId13"/>
    <p:sldId id="2147482813" r:id="rId14"/>
    <p:sldId id="2147482812" r:id="rId15"/>
    <p:sldId id="2147482805" r:id="rId16"/>
    <p:sldId id="2147482808" r:id="rId17"/>
    <p:sldId id="2147482798" r:id="rId18"/>
    <p:sldId id="2147482795" r:id="rId19"/>
  </p:sldIdLst>
  <p:sldSz cx="12192000" cy="6858000"/>
  <p:notesSz cx="6858000" cy="9144000"/>
  <p:embeddedFontLs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Segoe Sans Text" pitchFamily="2" charset="0"/>
      <p:regular r:id="rId26"/>
      <p:bold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74F3"/>
    <a:srgbClr val="282828"/>
    <a:srgbClr val="554992"/>
    <a:srgbClr val="687EE8"/>
    <a:srgbClr val="5E32FF"/>
    <a:srgbClr val="552DE7"/>
    <a:srgbClr val="3E21A0"/>
    <a:srgbClr val="321885"/>
    <a:srgbClr val="231062"/>
    <a:srgbClr val="1F0D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312FAD-D51C-47B3-A287-D8B5A1C54819}" v="29" dt="2025-01-15T22:36:17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85044" autoAdjust="0"/>
  </p:normalViewPr>
  <p:slideViewPr>
    <p:cSldViewPr snapToGrid="0">
      <p:cViewPr varScale="1">
        <p:scale>
          <a:sx n="70" d="100"/>
          <a:sy n="70" d="100"/>
        </p:scale>
        <p:origin x="93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5.fntdata"/><Relationship Id="rId21" Type="http://schemas.openxmlformats.org/officeDocument/2006/relationships/handoutMaster" Target="handoutMasters/handoutMaster1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3.fntdata"/><Relationship Id="rId32" Type="http://schemas.openxmlformats.org/officeDocument/2006/relationships/commentAuthors" Target="commentAuthors.xml"/><Relationship Id="rId37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10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1/16/2025 8:44 AM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1/16/2025 8:44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1/16/2025 8:44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175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pag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CE840CE-CFC4-0235-B753-542578BED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225" y="2921000"/>
            <a:ext cx="5607937" cy="62783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8000" spc="-300" dirty="0"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20000">
                      <a:schemeClr val="accent2"/>
                    </a:gs>
                  </a:gsLst>
                  <a:lin ang="10800000" scaled="1"/>
                  <a:tileRect/>
                </a:gradFill>
              </a:defRPr>
            </a:lvl1pPr>
          </a:lstStyle>
          <a:p>
            <a:pPr lvl="0">
              <a:lnSpc>
                <a:spcPts val="7500"/>
              </a:lnSpc>
            </a:pPr>
            <a:r>
              <a:rPr lang="en-US"/>
              <a:t>00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3CD4778-3D54-21D5-5F8D-BA9E3A5927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613" y="3713931"/>
            <a:ext cx="5430837" cy="492443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en-US"/>
              <a:t>Section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3BFA4EF-9D96-53CA-8DF0-AF76BCA78E45}"/>
              </a:ext>
            </a:extLst>
          </p:cNvPr>
          <p:cNvGrpSpPr/>
          <p:nvPr userDrawn="1"/>
        </p:nvGrpSpPr>
        <p:grpSpPr>
          <a:xfrm>
            <a:off x="7819360" y="-1155"/>
            <a:ext cx="4372642" cy="6859155"/>
            <a:chOff x="7819360" y="-1155"/>
            <a:chExt cx="4372642" cy="6859155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04B2F92B-680E-D9A3-A86C-2FD96195D6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6577258" y="1242101"/>
              <a:ext cx="6856845" cy="4372642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DB2572F-9EC8-907E-BC6D-B64B2150D8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7362703" y="2028703"/>
              <a:ext cx="6858000" cy="2800594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D30C012E-AC6F-0CB4-5EF4-9320FDAA29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6200000">
              <a:off x="7221100" y="1885945"/>
              <a:ext cx="6858000" cy="3083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620986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 - 6 sec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light&#10;&#10;Description automatically generated">
            <a:extLst>
              <a:ext uri="{FF2B5EF4-FFF2-40B4-BE49-F238E27FC236}">
                <a16:creationId xmlns:a16="http://schemas.microsoft.com/office/drawing/2014/main" id="{077FC5F3-47DB-F804-0C70-CFC72E894A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3269" y="-6945246"/>
            <a:ext cx="6945086" cy="6858000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23006D8-810A-DCBB-7E79-17F6322E2F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70736" y="1356030"/>
            <a:ext cx="2642534" cy="55399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B655A31-FF73-73EA-1EA8-00F13891AB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73918" y="1356030"/>
            <a:ext cx="2640879" cy="55399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24CF947-3C3C-A56D-678F-A35FE8E4C8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74646" y="2146555"/>
            <a:ext cx="2628396" cy="1107996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rhoncus</a:t>
            </a:r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18D32D02-23BC-493C-1864-EFA4C5F22F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74646" y="1356030"/>
            <a:ext cx="2642534" cy="55399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223C7C-5178-1394-8599-8BC95E5AE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0736" y="2146555"/>
            <a:ext cx="2642533" cy="1107996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rhoncus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CC527-2847-08AF-F073-8E7F471126A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73918" y="2146555"/>
            <a:ext cx="2654983" cy="1107996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rhoncus</a:t>
            </a:r>
            <a:endParaRPr lang="en-US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58E0423C-9D3E-F925-C2C2-9872950FC82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70736" y="3630514"/>
            <a:ext cx="2642533" cy="55399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9A5F4D4-083A-1DD3-67F1-F721379CC0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73918" y="3630514"/>
            <a:ext cx="2640878" cy="55399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A544CBE-88FB-B9F9-BE45-FB9411DB59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74646" y="4436029"/>
            <a:ext cx="2628396" cy="1107996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rhoncus</a:t>
            </a:r>
            <a:endParaRPr lang="en-US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993CCD64-3E9A-4CDB-EB43-C9DC6568FC4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74646" y="3630514"/>
            <a:ext cx="2642533" cy="55399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A930BDDB-54EB-55EA-87EF-4EBF1E82AD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70736" y="4436029"/>
            <a:ext cx="2642533" cy="1107996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rhoncus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9CE3D64-AE21-2C32-4EEC-442370C600F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73918" y="4436029"/>
            <a:ext cx="2654983" cy="1107996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rhoncus</a:t>
            </a:r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EDC4CD-01AD-2925-8979-89F046D420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677" y="422028"/>
            <a:ext cx="11018520" cy="5539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7650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3 - 10 sec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background with a purple light&#10;&#10;Description automatically generated">
            <a:extLst>
              <a:ext uri="{FF2B5EF4-FFF2-40B4-BE49-F238E27FC236}">
                <a16:creationId xmlns:a16="http://schemas.microsoft.com/office/drawing/2014/main" id="{45BEAA8E-A4D3-02D5-115F-E021656BD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76514" y="1511084"/>
            <a:ext cx="6945086" cy="6858000"/>
          </a:xfrm>
          <a:prstGeom prst="rect">
            <a:avLst/>
          </a:prstGeom>
        </p:spPr>
      </p:pic>
      <p:sp>
        <p:nvSpPr>
          <p:cNvPr id="13" name="object 9">
            <a:extLst>
              <a:ext uri="{FF2B5EF4-FFF2-40B4-BE49-F238E27FC236}">
                <a16:creationId xmlns:a16="http://schemas.microsoft.com/office/drawing/2014/main" id="{A5609C94-B898-A606-3CB5-3DA2B3E6D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18204" y="1214343"/>
            <a:ext cx="114227" cy="4475763"/>
          </a:xfrm>
          <a:custGeom>
            <a:avLst/>
            <a:gdLst/>
            <a:ahLst/>
            <a:cxnLst/>
            <a:rect l="l" t="t" r="r" b="b"/>
            <a:pathLst>
              <a:path h="3675379">
                <a:moveTo>
                  <a:pt x="0" y="0"/>
                </a:moveTo>
                <a:lnTo>
                  <a:pt x="0" y="3674821"/>
                </a:lnTo>
              </a:path>
            </a:pathLst>
          </a:custGeom>
          <a:noFill/>
          <a:ln w="25400" cap="rnd" cmpd="sng" algn="ctr">
            <a:solidFill>
              <a:sysClr val="window" lastClr="FFFFFF"/>
            </a:solidFill>
            <a:prstDash val="sysDot"/>
            <a:round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28" b="0" i="0" u="none" strike="noStrike" kern="0" cap="none" spc="0" normalizeH="0" baseline="0" noProof="0">
              <a:ln>
                <a:noFill/>
              </a:ln>
              <a:solidFill>
                <a:srgbClr val="2A44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2874AF2B-33AE-F67E-9C9B-BE06561CD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613" y="3182779"/>
            <a:ext cx="3613209" cy="492443"/>
          </a:xfrm>
        </p:spPr>
        <p:txBody>
          <a:bodyPr/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3B42117-9431-7E96-AC19-2BF5608EAF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72577" y="1413038"/>
            <a:ext cx="5173276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Welcome and opening remarks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D108966-0742-684C-549F-B911061ED1B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72577" y="2179438"/>
            <a:ext cx="5173276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Second activity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649EF76-FB4B-B2FF-FC03-C6513F4C9C7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172577" y="2945838"/>
            <a:ext cx="5173276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Third activity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F6A8558-E261-5328-DB8D-35059F6B83A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72577" y="3712238"/>
            <a:ext cx="5173276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Fourth activity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981115B-0D15-C94D-A512-89733D14A0B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72577" y="4478638"/>
            <a:ext cx="5173276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Fifth activity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B3A14614-A23D-2183-1857-807B308460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172577" y="5245040"/>
            <a:ext cx="5173276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Wrap-Up</a:t>
            </a:r>
          </a:p>
        </p:txBody>
      </p:sp>
      <p:pic>
        <p:nvPicPr>
          <p:cNvPr id="25" name="Picture 24" descr="A purple number on a black background&#10;&#10;Description automatically generated">
            <a:extLst>
              <a:ext uri="{FF2B5EF4-FFF2-40B4-BE49-F238E27FC236}">
                <a16:creationId xmlns:a16="http://schemas.microsoft.com/office/drawing/2014/main" id="{CD373FA1-95D3-18A9-93DA-A7E28E412B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26119" y="5472953"/>
            <a:ext cx="1023834" cy="113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926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2D5AF-D3EE-9FE9-17CA-38F79C099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960" y="1724627"/>
            <a:ext cx="11050081" cy="55399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3E151E17-299D-0A92-45C9-BED3664323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8750" y="4106047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9E46301-3A68-CC3E-45CC-818C41F58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39284" y="4106047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24213C95-8A35-2CB3-F9F8-DBC451E987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9820" y="4106047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8BB362A-BDC6-A7E5-2494-31EC9725D6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36948" y="3132820"/>
            <a:ext cx="1718105" cy="738664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4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5564948-DBA9-4296-2B21-C0328D679F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86414" y="3132820"/>
            <a:ext cx="1718105" cy="738664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4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079751F-C88A-CB88-925B-DC19ABF4BC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87484" y="3132820"/>
            <a:ext cx="1718105" cy="738664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4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4673486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sentence -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246270F-E35C-5529-ECAF-5A79FF7F49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43043" y="2813447"/>
            <a:ext cx="7305914" cy="1231106"/>
          </a:xfrm>
        </p:spPr>
        <p:txBody>
          <a:bodyPr wrap="square" anchor="ctr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kern="1200" cap="none" spc="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479983-1447-F754-47AE-C270FD0AB8E6}"/>
              </a:ext>
            </a:extLst>
          </p:cNvPr>
          <p:cNvGrpSpPr/>
          <p:nvPr userDrawn="1"/>
        </p:nvGrpSpPr>
        <p:grpSpPr>
          <a:xfrm rot="10800000">
            <a:off x="0" y="0"/>
            <a:ext cx="2933700" cy="6858000"/>
            <a:chOff x="7819360" y="-1155"/>
            <a:chExt cx="4372642" cy="6859155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6C0D92DF-5EF2-5865-A2DB-684CC7784D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6577258" y="1242101"/>
              <a:ext cx="6856845" cy="4372642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B1C5C6AA-1F30-6C9C-47FB-7CA5756BFF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7362703" y="2028703"/>
              <a:ext cx="6858000" cy="2800594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F700926-F4BC-7472-3ECC-0EFC7BD947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6200000">
              <a:off x="7221100" y="1885945"/>
              <a:ext cx="6858000" cy="3083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31971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/subhead -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purple light&#10;&#10;Description automatically generated">
            <a:extLst>
              <a:ext uri="{FF2B5EF4-FFF2-40B4-BE49-F238E27FC236}">
                <a16:creationId xmlns:a16="http://schemas.microsoft.com/office/drawing/2014/main" id="{210665E0-3C69-69CF-7ED7-15F4132195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1985" y="2605373"/>
            <a:ext cx="6945086" cy="6858000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8826D79E-CB8D-165C-0D68-F3E5C5E9CC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27302" y="3652258"/>
            <a:ext cx="7333488" cy="276999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8E184E3-7039-2F3B-7052-3F8D7F797F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3801" y="2813447"/>
            <a:ext cx="11060491" cy="615553"/>
          </a:xfrm>
        </p:spPr>
        <p:txBody>
          <a:bodyPr/>
          <a:lstStyle>
            <a:lvl1pPr marL="0"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kern="1200" cap="none" spc="0" baseline="0" dirty="0">
                <a:ln w="3175">
                  <a:noFill/>
                </a:ln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16000">
                      <a:schemeClr val="accent2"/>
                    </a:gs>
                  </a:gsLst>
                  <a:lin ang="3600000" scaled="0"/>
                  <a:tileRect/>
                </a:gra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16629353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-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8E184E3-7039-2F3B-7052-3F8D7F797F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755" y="3013501"/>
            <a:ext cx="11060491" cy="830997"/>
          </a:xfrm>
        </p:spPr>
        <p:txBody>
          <a:bodyPr anchor="ctr"/>
          <a:lstStyle>
            <a:lvl1pPr marL="0"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b="1" kern="1200" cap="none" spc="0" baseline="0" dirty="0">
                <a:ln w="3175">
                  <a:noFill/>
                </a:ln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19000">
                      <a:schemeClr val="accent2"/>
                    </a:gs>
                  </a:gsLst>
                  <a:lin ang="3600000" scaled="0"/>
                  <a:tileRect/>
                </a:gra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Lorem ipsum dolor sit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91851BE-A274-E3C9-8BFE-144D83955A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275560"/>
            <a:ext cx="1629419" cy="158244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956CEA8-35F3-CCBD-79AD-64B514E848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562581" y="0"/>
            <a:ext cx="1629419" cy="158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1948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slide -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9E46301-3A68-CC3E-45CC-818C41F58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6990" y="2192828"/>
            <a:ext cx="1718105" cy="738664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4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452D3C7-8D3A-02FB-B0BD-F6001AB5B9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6990" y="3169762"/>
            <a:ext cx="1718105" cy="184666"/>
          </a:xfrm>
        </p:spPr>
        <p:txBody>
          <a:bodyPr wrap="square">
            <a:spAutoFit/>
          </a:bodyPr>
          <a:lstStyle>
            <a:lvl1pPr marL="0" indent="0" algn="ctr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7138CD8-E499-9097-E3EA-61E74A7E8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960" y="947402"/>
            <a:ext cx="11050081" cy="61555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A3C1BA-54B2-C373-D8C0-DBCB70905C2A}"/>
              </a:ext>
            </a:extLst>
          </p:cNvPr>
          <p:cNvCxnSpPr>
            <a:cxnSpLocks/>
          </p:cNvCxnSpPr>
          <p:nvPr userDrawn="1"/>
        </p:nvCxnSpPr>
        <p:spPr>
          <a:xfrm>
            <a:off x="7493521" y="1867726"/>
            <a:ext cx="0" cy="3856668"/>
          </a:xfrm>
          <a:prstGeom prst="line">
            <a:avLst/>
          </a:prstGeom>
          <a:ln w="25400" cap="rnd">
            <a:gradFill>
              <a:gsLst>
                <a:gs pos="6000">
                  <a:schemeClr val="accent2"/>
                </a:gs>
                <a:gs pos="100000">
                  <a:schemeClr val="accent1"/>
                </a:gs>
              </a:gsLst>
              <a:lin ang="60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1341F99A-7014-79F1-DB5B-01F3E4682A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6205" y="2192828"/>
            <a:ext cx="1718105" cy="738664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4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4234F83-22BF-EF95-88A7-9A8073BC4E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36205" y="3169762"/>
            <a:ext cx="1718105" cy="184666"/>
          </a:xfrm>
        </p:spPr>
        <p:txBody>
          <a:bodyPr wrap="square">
            <a:spAutoFit/>
          </a:bodyPr>
          <a:lstStyle>
            <a:lvl1pPr marL="0" indent="0" algn="ctr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C5363127-F233-F6E6-BDAA-1A36B4FFF4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40623" y="2192828"/>
            <a:ext cx="1718105" cy="738664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4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7C55F900-3D63-156B-1C4C-A0A804EABE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40623" y="3169762"/>
            <a:ext cx="1718105" cy="184666"/>
          </a:xfrm>
        </p:spPr>
        <p:txBody>
          <a:bodyPr wrap="square">
            <a:spAutoFit/>
          </a:bodyPr>
          <a:lstStyle>
            <a:lvl1pPr marL="0" indent="0" algn="ctr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D8A82CE-8858-F5EB-EC86-0205A1C06D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26990" y="4175227"/>
            <a:ext cx="1718105" cy="738664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4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98740D1-6056-A163-61ED-64019FBCBF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26990" y="5152161"/>
            <a:ext cx="1718105" cy="184666"/>
          </a:xfrm>
        </p:spPr>
        <p:txBody>
          <a:bodyPr wrap="square">
            <a:spAutoFit/>
          </a:bodyPr>
          <a:lstStyle>
            <a:lvl1pPr marL="0" indent="0" algn="ctr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58A90714-86BB-64E2-700E-ECB34866C4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6205" y="4175227"/>
            <a:ext cx="1718105" cy="738664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4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753FA302-AD1C-030F-5873-F53AE5B3CC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36205" y="5152161"/>
            <a:ext cx="1718105" cy="184666"/>
          </a:xfrm>
        </p:spPr>
        <p:txBody>
          <a:bodyPr wrap="square">
            <a:spAutoFit/>
          </a:bodyPr>
          <a:lstStyle>
            <a:lvl1pPr marL="0" indent="0" algn="ctr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2EBEA2A8-6BD4-FF19-71DE-881CF7859D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40623" y="4175227"/>
            <a:ext cx="1718105" cy="738664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4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487177F1-F54B-24EA-DF4F-91C37BB4BA8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440623" y="5152161"/>
            <a:ext cx="1718105" cy="184666"/>
          </a:xfrm>
        </p:spPr>
        <p:txBody>
          <a:bodyPr wrap="square">
            <a:spAutoFit/>
          </a:bodyPr>
          <a:lstStyle>
            <a:lvl1pPr marL="0" indent="0" algn="ctr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AB20491-741D-3DB1-4D70-2C6E4A1FDA6C}"/>
              </a:ext>
            </a:extLst>
          </p:cNvPr>
          <p:cNvCxnSpPr>
            <a:cxnSpLocks/>
          </p:cNvCxnSpPr>
          <p:nvPr userDrawn="1"/>
        </p:nvCxnSpPr>
        <p:spPr>
          <a:xfrm flipH="1">
            <a:off x="1922745" y="3825988"/>
            <a:ext cx="8373650" cy="0"/>
          </a:xfrm>
          <a:prstGeom prst="line">
            <a:avLst/>
          </a:prstGeom>
          <a:ln w="25400" cap="rnd">
            <a:gradFill>
              <a:gsLst>
                <a:gs pos="0">
                  <a:schemeClr val="accent5"/>
                </a:gs>
                <a:gs pos="20000">
                  <a:schemeClr val="accent2"/>
                </a:gs>
                <a:gs pos="100000">
                  <a:schemeClr val="accent1"/>
                </a:gs>
              </a:gsLst>
              <a:lin ang="60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8593582-2BB2-8BEA-33CB-D0C1796ED763}"/>
              </a:ext>
            </a:extLst>
          </p:cNvPr>
          <p:cNvCxnSpPr>
            <a:cxnSpLocks/>
          </p:cNvCxnSpPr>
          <p:nvPr userDrawn="1"/>
        </p:nvCxnSpPr>
        <p:spPr>
          <a:xfrm>
            <a:off x="4693954" y="1867726"/>
            <a:ext cx="0" cy="3856668"/>
          </a:xfrm>
          <a:prstGeom prst="line">
            <a:avLst/>
          </a:prstGeom>
          <a:ln w="25400" cap="rnd">
            <a:gradFill>
              <a:gsLst>
                <a:gs pos="0">
                  <a:schemeClr val="accent5"/>
                </a:gs>
                <a:gs pos="46000">
                  <a:schemeClr val="accent2"/>
                </a:gs>
                <a:gs pos="100000">
                  <a:schemeClr val="accent1"/>
                </a:gs>
              </a:gsLst>
              <a:lin ang="60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52259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centage compare -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DDBE8D-75D9-0B02-8534-B6C5A6823D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740" y="1209967"/>
            <a:ext cx="11018520" cy="61555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B254F1-79CF-E786-F4AF-0F79ABB421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4599" y="2738043"/>
            <a:ext cx="2609759" cy="369332"/>
          </a:xfrm>
        </p:spPr>
        <p:txBody>
          <a:bodyPr anchor="ctr"/>
          <a:lstStyle>
            <a:lvl1pPr marL="0" indent="0" algn="l"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elitpretium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74AAEA-CC06-31A0-F628-3885E075E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2916573"/>
            <a:ext cx="3813719" cy="0"/>
          </a:xfrm>
          <a:prstGeom prst="line">
            <a:avLst/>
          </a:prstGeom>
          <a:noFill/>
          <a:ln w="152400" cap="rnd" cmpd="sng" algn="ctr">
            <a:solidFill>
              <a:schemeClr val="bg1">
                <a:lumMod val="65000"/>
                <a:alpha val="35000"/>
              </a:schemeClr>
            </a:solidFill>
            <a:prstDash val="solid"/>
            <a:round/>
            <a:tailEnd type="none" w="sm" len="sm"/>
          </a:ln>
          <a:effectLst/>
        </p:spPr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3497600-3770-8995-E50D-0A098CBC4B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60690" y="2793461"/>
            <a:ext cx="503754" cy="246221"/>
          </a:xfrm>
        </p:spPr>
        <p:txBody>
          <a:bodyPr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00%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8F71A45-6E00-7E48-3F63-B5668E4CE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4169299"/>
            <a:ext cx="3813719" cy="0"/>
          </a:xfrm>
          <a:prstGeom prst="line">
            <a:avLst/>
          </a:prstGeom>
          <a:noFill/>
          <a:ln w="152400" cap="rnd" cmpd="sng" algn="ctr">
            <a:solidFill>
              <a:schemeClr val="bg1">
                <a:lumMod val="65000"/>
                <a:alpha val="35000"/>
              </a:schemeClr>
            </a:solidFill>
            <a:prstDash val="solid"/>
            <a:round/>
            <a:tailEnd type="none" w="sm" len="sm"/>
          </a:ln>
          <a:effectLst/>
        </p:spPr>
      </p:cxn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66E685D-9B5E-9E7A-7E0F-EAC04B7417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60690" y="4046189"/>
            <a:ext cx="503754" cy="246221"/>
          </a:xfrm>
        </p:spPr>
        <p:txBody>
          <a:bodyPr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00%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41EDCA-8418-52BE-2433-256CE6CF58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92639" y="3544400"/>
            <a:ext cx="11018520" cy="0"/>
          </a:xfrm>
          <a:prstGeom prst="line">
            <a:avLst/>
          </a:prstGeom>
          <a:ln w="25400" cap="rnd">
            <a:gradFill>
              <a:gsLst>
                <a:gs pos="23000">
                  <a:schemeClr val="accent2"/>
                </a:gs>
                <a:gs pos="0">
                  <a:schemeClr val="accent5"/>
                </a:gs>
                <a:gs pos="100000">
                  <a:schemeClr val="accent1"/>
                </a:gs>
              </a:gsLst>
              <a:lin ang="60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970C18D-DF24-239C-6473-308CBAF4C1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63135" y="2547239"/>
            <a:ext cx="1718105" cy="738664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4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CDFA9165-1E66-5475-43BE-7100FE5B60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4599" y="3984633"/>
            <a:ext cx="2609759" cy="369332"/>
          </a:xfrm>
        </p:spPr>
        <p:txBody>
          <a:bodyPr anchor="ctr"/>
          <a:lstStyle>
            <a:lvl1pPr marL="0" indent="0" algn="l"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elitpretium</a:t>
            </a:r>
            <a:endParaRPr lang="en-US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BB6654E-B144-64FE-ED79-14811C0FA98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63135" y="3799967"/>
            <a:ext cx="1718105" cy="738664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4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6905156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text/chart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purple light&#10;&#10;Description automatically generated">
            <a:extLst>
              <a:ext uri="{FF2B5EF4-FFF2-40B4-BE49-F238E27FC236}">
                <a16:creationId xmlns:a16="http://schemas.microsoft.com/office/drawing/2014/main" id="{EB6693AF-AE2B-0E8F-E95B-7C5E42B2CA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46914" y="0"/>
            <a:ext cx="6945086" cy="6858000"/>
          </a:xfrm>
          <a:prstGeom prst="rect">
            <a:avLst/>
          </a:prstGeom>
        </p:spPr>
      </p:pic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8DE6E0F4-EB1B-1087-9A06-05AA9348E9D7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238627" y="2597286"/>
            <a:ext cx="6380674" cy="1663427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651C1F6-DEB0-AFDF-C4BB-AA31BE8D3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010" y="2365565"/>
            <a:ext cx="4158362" cy="1239996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42DB2F-8FFD-F6F8-DED6-9DBA7862C5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2699" y="3838520"/>
            <a:ext cx="3946208" cy="553998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</a:t>
            </a:r>
          </a:p>
        </p:txBody>
      </p:sp>
    </p:spTree>
    <p:extLst>
      <p:ext uri="{BB962C8B-B14F-4D97-AF65-F5344CB8AC3E}">
        <p14:creationId xmlns:p14="http://schemas.microsoft.com/office/powerpoint/2010/main" val="8497676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 Title/text/chart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E601496-DC71-36E8-19DE-911D4632C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764" y="422028"/>
            <a:ext cx="11018520" cy="55399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2" name="Chart Placeholder 6">
            <a:extLst>
              <a:ext uri="{FF2B5EF4-FFF2-40B4-BE49-F238E27FC236}">
                <a16:creationId xmlns:a16="http://schemas.microsoft.com/office/drawing/2014/main" id="{392A398C-8712-6E39-6EEA-7710EB9C5417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512498" y="2182664"/>
            <a:ext cx="9172754" cy="3577086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2D5F456-EAC5-42C5-2BDB-0C5DF3D86B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46273" y="1220473"/>
            <a:ext cx="7297503" cy="184666"/>
          </a:xfrm>
        </p:spPr>
        <p:txBody>
          <a:bodyPr/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vel.</a:t>
            </a:r>
          </a:p>
        </p:txBody>
      </p:sp>
    </p:spTree>
    <p:extLst>
      <p:ext uri="{BB962C8B-B14F-4D97-AF65-F5344CB8AC3E}">
        <p14:creationId xmlns:p14="http://schemas.microsoft.com/office/powerpoint/2010/main" val="22243942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C5D70DD-A986-B75C-5CAA-85386F097C69}"/>
              </a:ext>
            </a:extLst>
          </p:cNvPr>
          <p:cNvCxnSpPr>
            <a:cxnSpLocks/>
          </p:cNvCxnSpPr>
          <p:nvPr userDrawn="1"/>
        </p:nvCxnSpPr>
        <p:spPr>
          <a:xfrm>
            <a:off x="6087048" y="4441371"/>
            <a:ext cx="0" cy="878435"/>
          </a:xfrm>
          <a:prstGeom prst="line">
            <a:avLst/>
          </a:prstGeom>
          <a:ln w="25400" cap="rnd">
            <a:solidFill>
              <a:srgbClr val="7620C9"/>
            </a:solidFill>
            <a:prstDash val="sysDot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C142380-C088-859C-F2F1-2F89FD032251}"/>
              </a:ext>
            </a:extLst>
          </p:cNvPr>
          <p:cNvCxnSpPr>
            <a:cxnSpLocks/>
          </p:cNvCxnSpPr>
          <p:nvPr userDrawn="1"/>
        </p:nvCxnSpPr>
        <p:spPr>
          <a:xfrm>
            <a:off x="4684055" y="3843230"/>
            <a:ext cx="0" cy="1476576"/>
          </a:xfrm>
          <a:prstGeom prst="line">
            <a:avLst/>
          </a:prstGeom>
          <a:ln w="25400" cap="rnd">
            <a:solidFill>
              <a:srgbClr val="9715BF"/>
            </a:solidFill>
            <a:prstDash val="sysDot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FDA0BB0-57F5-C6BA-24D4-AE47F28BCED3}"/>
              </a:ext>
            </a:extLst>
          </p:cNvPr>
          <p:cNvCxnSpPr>
            <a:cxnSpLocks/>
          </p:cNvCxnSpPr>
          <p:nvPr userDrawn="1"/>
        </p:nvCxnSpPr>
        <p:spPr>
          <a:xfrm>
            <a:off x="3297156" y="3251964"/>
            <a:ext cx="0" cy="2067842"/>
          </a:xfrm>
          <a:prstGeom prst="line">
            <a:avLst/>
          </a:prstGeom>
          <a:ln w="25400" cap="rnd">
            <a:solidFill>
              <a:schemeClr val="accent5"/>
            </a:solidFill>
            <a:prstDash val="sysDot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5B73E78-C1B3-3453-EB24-1F895B4A14F8}"/>
              </a:ext>
            </a:extLst>
          </p:cNvPr>
          <p:cNvCxnSpPr>
            <a:cxnSpLocks/>
          </p:cNvCxnSpPr>
          <p:nvPr userDrawn="1"/>
        </p:nvCxnSpPr>
        <p:spPr>
          <a:xfrm>
            <a:off x="1892752" y="2660698"/>
            <a:ext cx="0" cy="2659108"/>
          </a:xfrm>
          <a:prstGeom prst="line">
            <a:avLst/>
          </a:prstGeom>
          <a:ln w="25400" cap="rnd">
            <a:solidFill>
              <a:schemeClr val="accent2"/>
            </a:solidFill>
            <a:prstDash val="sysDot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2">
            <a:extLst>
              <a:ext uri="{FF2B5EF4-FFF2-40B4-BE49-F238E27FC236}">
                <a16:creationId xmlns:a16="http://schemas.microsoft.com/office/drawing/2014/main" id="{C8B30E9D-679E-3AE4-3785-BC52E6DCEF16}"/>
              </a:ext>
            </a:extLst>
          </p:cNvPr>
          <p:cNvSpPr/>
          <p:nvPr/>
        </p:nvSpPr>
        <p:spPr>
          <a:xfrm rot="10800000">
            <a:off x="1770809" y="2225048"/>
            <a:ext cx="5046653" cy="384673"/>
          </a:xfrm>
          <a:custGeom>
            <a:avLst/>
            <a:gdLst>
              <a:gd name="connsiteX0" fmla="*/ 0 w 5046652"/>
              <a:gd name="connsiteY0" fmla="*/ 0 h 384673"/>
              <a:gd name="connsiteX1" fmla="*/ 4979353 w 5046652"/>
              <a:gd name="connsiteY1" fmla="*/ 0 h 384673"/>
              <a:gd name="connsiteX2" fmla="*/ 5046653 w 5046652"/>
              <a:gd name="connsiteY2" fmla="*/ 67313 h 384673"/>
              <a:gd name="connsiteX3" fmla="*/ 5046653 w 5046652"/>
              <a:gd name="connsiteY3" fmla="*/ 317360 h 384673"/>
              <a:gd name="connsiteX4" fmla="*/ 4979353 w 5046652"/>
              <a:gd name="connsiteY4" fmla="*/ 384673 h 384673"/>
              <a:gd name="connsiteX5" fmla="*/ 0 w 5046652"/>
              <a:gd name="connsiteY5" fmla="*/ 384673 h 384673"/>
              <a:gd name="connsiteX6" fmla="*/ 0 w 5046652"/>
              <a:gd name="connsiteY6" fmla="*/ 0 h 384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46652" h="384673">
                <a:moveTo>
                  <a:pt x="0" y="0"/>
                </a:moveTo>
                <a:lnTo>
                  <a:pt x="4979353" y="0"/>
                </a:lnTo>
                <a:cubicBezTo>
                  <a:pt x="5016522" y="0"/>
                  <a:pt x="5046653" y="30137"/>
                  <a:pt x="5046653" y="67313"/>
                </a:cubicBezTo>
                <a:lnTo>
                  <a:pt x="5046653" y="317360"/>
                </a:lnTo>
                <a:cubicBezTo>
                  <a:pt x="5046653" y="354536"/>
                  <a:pt x="5016522" y="384673"/>
                  <a:pt x="4979353" y="384673"/>
                </a:cubicBezTo>
                <a:lnTo>
                  <a:pt x="0" y="384673"/>
                </a:lnTo>
                <a:lnTo>
                  <a:pt x="0" y="0"/>
                </a:lnTo>
                <a:close/>
              </a:path>
            </a:pathLst>
          </a:custGeom>
          <a:gradFill flip="none" rotWithShape="0">
            <a:gsLst>
              <a:gs pos="0">
                <a:schemeClr val="accent2"/>
              </a:gs>
              <a:gs pos="41833">
                <a:srgbClr val="7D1DC6"/>
              </a:gs>
              <a:gs pos="100000">
                <a:srgbClr val="7D1DC6">
                  <a:alpha val="0"/>
                </a:srgbClr>
              </a:gs>
            </a:gsLst>
            <a:lin ang="745" scaled="1"/>
            <a:tileRect/>
          </a:gradFill>
          <a:ln w="60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9DE1D110-FD9B-55E0-F344-734BE50E7D05}"/>
              </a:ext>
            </a:extLst>
          </p:cNvPr>
          <p:cNvSpPr/>
          <p:nvPr/>
        </p:nvSpPr>
        <p:spPr>
          <a:xfrm rot="10800000">
            <a:off x="4565963" y="3405031"/>
            <a:ext cx="4569789" cy="384673"/>
          </a:xfrm>
          <a:custGeom>
            <a:avLst/>
            <a:gdLst>
              <a:gd name="connsiteX0" fmla="*/ 0 w 5046653"/>
              <a:gd name="connsiteY0" fmla="*/ 0 h 384673"/>
              <a:gd name="connsiteX1" fmla="*/ 4979353 w 5046653"/>
              <a:gd name="connsiteY1" fmla="*/ 0 h 384673"/>
              <a:gd name="connsiteX2" fmla="*/ 5046654 w 5046653"/>
              <a:gd name="connsiteY2" fmla="*/ 67313 h 384673"/>
              <a:gd name="connsiteX3" fmla="*/ 5046654 w 5046653"/>
              <a:gd name="connsiteY3" fmla="*/ 317360 h 384673"/>
              <a:gd name="connsiteX4" fmla="*/ 4979353 w 5046653"/>
              <a:gd name="connsiteY4" fmla="*/ 384673 h 384673"/>
              <a:gd name="connsiteX5" fmla="*/ 0 w 5046653"/>
              <a:gd name="connsiteY5" fmla="*/ 384673 h 384673"/>
              <a:gd name="connsiteX6" fmla="*/ 0 w 5046653"/>
              <a:gd name="connsiteY6" fmla="*/ 0 h 384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46653" h="384673">
                <a:moveTo>
                  <a:pt x="0" y="0"/>
                </a:moveTo>
                <a:lnTo>
                  <a:pt x="4979353" y="0"/>
                </a:lnTo>
                <a:cubicBezTo>
                  <a:pt x="5016522" y="0"/>
                  <a:pt x="5046654" y="30137"/>
                  <a:pt x="5046654" y="67313"/>
                </a:cubicBezTo>
                <a:lnTo>
                  <a:pt x="5046654" y="317360"/>
                </a:lnTo>
                <a:cubicBezTo>
                  <a:pt x="5046654" y="354536"/>
                  <a:pt x="5016522" y="384673"/>
                  <a:pt x="4979353" y="384673"/>
                </a:cubicBezTo>
                <a:lnTo>
                  <a:pt x="0" y="384673"/>
                </a:lnTo>
                <a:lnTo>
                  <a:pt x="0" y="0"/>
                </a:lnTo>
                <a:close/>
              </a:path>
            </a:pathLst>
          </a:custGeom>
          <a:gradFill flip="none" rotWithShape="0">
            <a:gsLst>
              <a:gs pos="0">
                <a:srgbClr val="9715BF"/>
              </a:gs>
              <a:gs pos="41833">
                <a:srgbClr val="7D1DC6"/>
              </a:gs>
              <a:gs pos="100000">
                <a:srgbClr val="7D1DC6">
                  <a:alpha val="0"/>
                </a:srgbClr>
              </a:gs>
            </a:gsLst>
            <a:lin ang="745" scaled="1"/>
            <a:tileRect/>
          </a:gradFill>
          <a:ln w="60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644BDF2D-FE96-D6E4-C79C-FAB3283B5EF5}"/>
              </a:ext>
            </a:extLst>
          </p:cNvPr>
          <p:cNvSpPr/>
          <p:nvPr/>
        </p:nvSpPr>
        <p:spPr>
          <a:xfrm rot="10800000">
            <a:off x="7382751" y="4592369"/>
            <a:ext cx="2545212" cy="383680"/>
          </a:xfrm>
          <a:custGeom>
            <a:avLst/>
            <a:gdLst>
              <a:gd name="connsiteX0" fmla="*/ 0 w 2545212"/>
              <a:gd name="connsiteY0" fmla="*/ 0 h 383680"/>
              <a:gd name="connsiteX1" fmla="*/ 2477912 w 2545212"/>
              <a:gd name="connsiteY1" fmla="*/ 0 h 383680"/>
              <a:gd name="connsiteX2" fmla="*/ 2545213 w 2545212"/>
              <a:gd name="connsiteY2" fmla="*/ 67313 h 383680"/>
              <a:gd name="connsiteX3" fmla="*/ 2545213 w 2545212"/>
              <a:gd name="connsiteY3" fmla="*/ 316367 h 383680"/>
              <a:gd name="connsiteX4" fmla="*/ 2477912 w 2545212"/>
              <a:gd name="connsiteY4" fmla="*/ 383681 h 383680"/>
              <a:gd name="connsiteX5" fmla="*/ 0 w 2545212"/>
              <a:gd name="connsiteY5" fmla="*/ 383681 h 383680"/>
              <a:gd name="connsiteX6" fmla="*/ 0 w 2545212"/>
              <a:gd name="connsiteY6" fmla="*/ 0 h 38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5212" h="383680">
                <a:moveTo>
                  <a:pt x="0" y="0"/>
                </a:moveTo>
                <a:lnTo>
                  <a:pt x="2477912" y="0"/>
                </a:lnTo>
                <a:cubicBezTo>
                  <a:pt x="2515081" y="0"/>
                  <a:pt x="2545213" y="30137"/>
                  <a:pt x="2545213" y="67313"/>
                </a:cubicBezTo>
                <a:lnTo>
                  <a:pt x="2545213" y="316367"/>
                </a:lnTo>
                <a:cubicBezTo>
                  <a:pt x="2545213" y="353544"/>
                  <a:pt x="2515081" y="383681"/>
                  <a:pt x="2477912" y="383681"/>
                </a:cubicBezTo>
                <a:lnTo>
                  <a:pt x="0" y="383681"/>
                </a:lnTo>
                <a:lnTo>
                  <a:pt x="0" y="0"/>
                </a:lnTo>
                <a:close/>
              </a:path>
            </a:pathLst>
          </a:custGeom>
          <a:gradFill flip="none" rotWithShape="0">
            <a:gsLst>
              <a:gs pos="0">
                <a:srgbClr val="502BD5"/>
              </a:gs>
              <a:gs pos="41833">
                <a:srgbClr val="7D1DC6"/>
              </a:gs>
              <a:gs pos="100000">
                <a:srgbClr val="7D1DC6">
                  <a:alpha val="0"/>
                </a:srgbClr>
              </a:gs>
            </a:gsLst>
            <a:lin ang="745" scaled="1"/>
            <a:tileRect/>
          </a:gradFill>
          <a:ln w="601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3B6A9CF2-1A90-E2BA-668B-5349AE1FDF82}"/>
              </a:ext>
            </a:extLst>
          </p:cNvPr>
          <p:cNvSpPr/>
          <p:nvPr/>
        </p:nvSpPr>
        <p:spPr>
          <a:xfrm rot="10800000">
            <a:off x="3173797" y="2814514"/>
            <a:ext cx="2523332" cy="384674"/>
          </a:xfrm>
          <a:custGeom>
            <a:avLst/>
            <a:gdLst>
              <a:gd name="connsiteX0" fmla="*/ 0 w 2523332"/>
              <a:gd name="connsiteY0" fmla="*/ 0 h 384674"/>
              <a:gd name="connsiteX1" fmla="*/ 2456044 w 2523332"/>
              <a:gd name="connsiteY1" fmla="*/ 0 h 384674"/>
              <a:gd name="connsiteX2" fmla="*/ 2523333 w 2523332"/>
              <a:gd name="connsiteY2" fmla="*/ 67314 h 384674"/>
              <a:gd name="connsiteX3" fmla="*/ 2523333 w 2523332"/>
              <a:gd name="connsiteY3" fmla="*/ 317362 h 384674"/>
              <a:gd name="connsiteX4" fmla="*/ 2456044 w 2523332"/>
              <a:gd name="connsiteY4" fmla="*/ 384675 h 384674"/>
              <a:gd name="connsiteX5" fmla="*/ 0 w 2523332"/>
              <a:gd name="connsiteY5" fmla="*/ 384675 h 384674"/>
              <a:gd name="connsiteX6" fmla="*/ 0 w 2523332"/>
              <a:gd name="connsiteY6" fmla="*/ 0 h 384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3332" h="384674">
                <a:moveTo>
                  <a:pt x="0" y="0"/>
                </a:moveTo>
                <a:lnTo>
                  <a:pt x="2456044" y="0"/>
                </a:lnTo>
                <a:cubicBezTo>
                  <a:pt x="2493207" y="0"/>
                  <a:pt x="2523333" y="30137"/>
                  <a:pt x="2523333" y="67314"/>
                </a:cubicBezTo>
                <a:lnTo>
                  <a:pt x="2523333" y="317362"/>
                </a:lnTo>
                <a:cubicBezTo>
                  <a:pt x="2523333" y="354538"/>
                  <a:pt x="2493207" y="384675"/>
                  <a:pt x="2456044" y="384675"/>
                </a:cubicBezTo>
                <a:lnTo>
                  <a:pt x="0" y="384675"/>
                </a:lnTo>
                <a:lnTo>
                  <a:pt x="0" y="0"/>
                </a:lnTo>
                <a:close/>
              </a:path>
            </a:pathLst>
          </a:custGeom>
          <a:gradFill flip="none" rotWithShape="0">
            <a:gsLst>
              <a:gs pos="0">
                <a:schemeClr val="accent5"/>
              </a:gs>
              <a:gs pos="41833">
                <a:srgbClr val="7D1DC6"/>
              </a:gs>
              <a:gs pos="100000">
                <a:srgbClr val="7D1DC6">
                  <a:alpha val="0"/>
                </a:srgbClr>
              </a:gs>
            </a:gsLst>
            <a:lin ang="745" scaled="1"/>
            <a:tileRect/>
          </a:gradFill>
          <a:ln w="60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DA904BF3-46CE-27FF-25AB-2366C3BF3ADA}"/>
              </a:ext>
            </a:extLst>
          </p:cNvPr>
          <p:cNvSpPr/>
          <p:nvPr/>
        </p:nvSpPr>
        <p:spPr>
          <a:xfrm rot="10800000">
            <a:off x="5977209" y="3995553"/>
            <a:ext cx="2523320" cy="384673"/>
          </a:xfrm>
          <a:custGeom>
            <a:avLst/>
            <a:gdLst>
              <a:gd name="connsiteX0" fmla="*/ 0 w 2523320"/>
              <a:gd name="connsiteY0" fmla="*/ 0 h 384673"/>
              <a:gd name="connsiteX1" fmla="*/ 2456020 w 2523320"/>
              <a:gd name="connsiteY1" fmla="*/ 0 h 384673"/>
              <a:gd name="connsiteX2" fmla="*/ 2523321 w 2523320"/>
              <a:gd name="connsiteY2" fmla="*/ 67313 h 384673"/>
              <a:gd name="connsiteX3" fmla="*/ 2523321 w 2523320"/>
              <a:gd name="connsiteY3" fmla="*/ 317360 h 384673"/>
              <a:gd name="connsiteX4" fmla="*/ 2456020 w 2523320"/>
              <a:gd name="connsiteY4" fmla="*/ 384673 h 384673"/>
              <a:gd name="connsiteX5" fmla="*/ 0 w 2523320"/>
              <a:gd name="connsiteY5" fmla="*/ 384673 h 384673"/>
              <a:gd name="connsiteX6" fmla="*/ 0 w 2523320"/>
              <a:gd name="connsiteY6" fmla="*/ 0 h 384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3320" h="384673">
                <a:moveTo>
                  <a:pt x="0" y="0"/>
                </a:moveTo>
                <a:lnTo>
                  <a:pt x="2456020" y="0"/>
                </a:lnTo>
                <a:cubicBezTo>
                  <a:pt x="2493189" y="0"/>
                  <a:pt x="2523321" y="30137"/>
                  <a:pt x="2523321" y="67313"/>
                </a:cubicBezTo>
                <a:lnTo>
                  <a:pt x="2523321" y="317360"/>
                </a:lnTo>
                <a:cubicBezTo>
                  <a:pt x="2523321" y="354537"/>
                  <a:pt x="2493189" y="384673"/>
                  <a:pt x="2456020" y="384673"/>
                </a:cubicBezTo>
                <a:lnTo>
                  <a:pt x="0" y="384673"/>
                </a:lnTo>
                <a:lnTo>
                  <a:pt x="0" y="0"/>
                </a:lnTo>
                <a:close/>
              </a:path>
            </a:pathLst>
          </a:custGeom>
          <a:gradFill flip="none" rotWithShape="0">
            <a:gsLst>
              <a:gs pos="0">
                <a:srgbClr val="7620C9"/>
              </a:gs>
              <a:gs pos="41833">
                <a:srgbClr val="7D1DC6"/>
              </a:gs>
              <a:gs pos="100000">
                <a:srgbClr val="7D1DC6">
                  <a:alpha val="0"/>
                </a:srgbClr>
              </a:gs>
            </a:gsLst>
            <a:lin ang="745" scaled="1"/>
            <a:tileRect/>
          </a:gradFill>
          <a:ln w="6014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73A03B20-AF78-2132-0B68-076193CFF850}"/>
              </a:ext>
            </a:extLst>
          </p:cNvPr>
          <p:cNvSpPr/>
          <p:nvPr/>
        </p:nvSpPr>
        <p:spPr>
          <a:xfrm>
            <a:off x="1975181" y="5431946"/>
            <a:ext cx="1238908" cy="47119"/>
          </a:xfrm>
          <a:custGeom>
            <a:avLst/>
            <a:gdLst>
              <a:gd name="connsiteX0" fmla="*/ 0 w 1416427"/>
              <a:gd name="connsiteY0" fmla="*/ 0 h 47119"/>
              <a:gd name="connsiteX1" fmla="*/ 1416428 w 1416427"/>
              <a:gd name="connsiteY1" fmla="*/ 0 h 47119"/>
              <a:gd name="connsiteX2" fmla="*/ 1416428 w 1416427"/>
              <a:gd name="connsiteY2" fmla="*/ 47119 h 47119"/>
              <a:gd name="connsiteX3" fmla="*/ 0 w 1416427"/>
              <a:gd name="connsiteY3" fmla="*/ 47119 h 47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6427" h="47119">
                <a:moveTo>
                  <a:pt x="0" y="0"/>
                </a:moveTo>
                <a:lnTo>
                  <a:pt x="1416428" y="0"/>
                </a:lnTo>
                <a:lnTo>
                  <a:pt x="1416428" y="47119"/>
                </a:lnTo>
                <a:lnTo>
                  <a:pt x="0" y="47119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5"/>
              </a:gs>
            </a:gsLst>
            <a:lin ang="10800000" scaled="1"/>
          </a:gradFill>
          <a:ln w="601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40944A5F-39BF-FBCE-C18A-439DBDA305A6}"/>
              </a:ext>
            </a:extLst>
          </p:cNvPr>
          <p:cNvSpPr/>
          <p:nvPr/>
        </p:nvSpPr>
        <p:spPr>
          <a:xfrm>
            <a:off x="1" y="5431946"/>
            <a:ext cx="1820418" cy="47119"/>
          </a:xfrm>
          <a:custGeom>
            <a:avLst/>
            <a:gdLst>
              <a:gd name="connsiteX0" fmla="*/ 0 w 1803342"/>
              <a:gd name="connsiteY0" fmla="*/ 0 h 47119"/>
              <a:gd name="connsiteX1" fmla="*/ 1803343 w 1803342"/>
              <a:gd name="connsiteY1" fmla="*/ 0 h 47119"/>
              <a:gd name="connsiteX2" fmla="*/ 1803343 w 1803342"/>
              <a:gd name="connsiteY2" fmla="*/ 47119 h 47119"/>
              <a:gd name="connsiteX3" fmla="*/ 0 w 1803342"/>
              <a:gd name="connsiteY3" fmla="*/ 47119 h 47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3342" h="47119">
                <a:moveTo>
                  <a:pt x="0" y="0"/>
                </a:moveTo>
                <a:lnTo>
                  <a:pt x="1803343" y="0"/>
                </a:lnTo>
                <a:lnTo>
                  <a:pt x="1803343" y="47119"/>
                </a:lnTo>
                <a:lnTo>
                  <a:pt x="0" y="47119"/>
                </a:lnTo>
                <a:close/>
              </a:path>
            </a:pathLst>
          </a:custGeom>
          <a:gradFill>
            <a:gsLst>
              <a:gs pos="29000">
                <a:schemeClr val="accent2"/>
              </a:gs>
              <a:gs pos="100000">
                <a:srgbClr val="B8B8B8">
                  <a:alpha val="0"/>
                </a:srgbClr>
              </a:gs>
            </a:gsLst>
            <a:lin ang="10800000" scaled="1"/>
          </a:gradFill>
          <a:ln w="601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E959A602-CE0E-C701-9CB8-05D380336AAB}"/>
              </a:ext>
            </a:extLst>
          </p:cNvPr>
          <p:cNvSpPr/>
          <p:nvPr/>
        </p:nvSpPr>
        <p:spPr>
          <a:xfrm>
            <a:off x="3376222" y="5431946"/>
            <a:ext cx="1218698" cy="47119"/>
          </a:xfrm>
          <a:custGeom>
            <a:avLst/>
            <a:gdLst>
              <a:gd name="connsiteX0" fmla="*/ 0 w 1436617"/>
              <a:gd name="connsiteY0" fmla="*/ 0 h 47119"/>
              <a:gd name="connsiteX1" fmla="*/ 1436618 w 1436617"/>
              <a:gd name="connsiteY1" fmla="*/ 0 h 47119"/>
              <a:gd name="connsiteX2" fmla="*/ 1436618 w 1436617"/>
              <a:gd name="connsiteY2" fmla="*/ 47119 h 47119"/>
              <a:gd name="connsiteX3" fmla="*/ 0 w 1436617"/>
              <a:gd name="connsiteY3" fmla="*/ 47119 h 47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6617" h="47119">
                <a:moveTo>
                  <a:pt x="0" y="0"/>
                </a:moveTo>
                <a:lnTo>
                  <a:pt x="1436618" y="0"/>
                </a:lnTo>
                <a:lnTo>
                  <a:pt x="1436618" y="47119"/>
                </a:lnTo>
                <a:lnTo>
                  <a:pt x="0" y="47119"/>
                </a:lnTo>
                <a:close/>
              </a:path>
            </a:pathLst>
          </a:custGeom>
          <a:gradFill>
            <a:gsLst>
              <a:gs pos="0">
                <a:srgbClr val="9715BF"/>
              </a:gs>
              <a:gs pos="100000">
                <a:schemeClr val="accent5"/>
              </a:gs>
            </a:gsLst>
            <a:lin ang="10800000" scaled="1"/>
          </a:gradFill>
          <a:ln w="601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9CD3B4FB-F351-5AC8-B3E2-801B968BC61C}"/>
              </a:ext>
            </a:extLst>
          </p:cNvPr>
          <p:cNvSpPr/>
          <p:nvPr/>
        </p:nvSpPr>
        <p:spPr>
          <a:xfrm>
            <a:off x="4763120" y="5431946"/>
            <a:ext cx="1242271" cy="47119"/>
          </a:xfrm>
          <a:custGeom>
            <a:avLst/>
            <a:gdLst>
              <a:gd name="connsiteX0" fmla="*/ 0 w 1571194"/>
              <a:gd name="connsiteY0" fmla="*/ 0 h 47119"/>
              <a:gd name="connsiteX1" fmla="*/ 1571195 w 1571194"/>
              <a:gd name="connsiteY1" fmla="*/ 0 h 47119"/>
              <a:gd name="connsiteX2" fmla="*/ 1571195 w 1571194"/>
              <a:gd name="connsiteY2" fmla="*/ 47119 h 47119"/>
              <a:gd name="connsiteX3" fmla="*/ 0 w 1571194"/>
              <a:gd name="connsiteY3" fmla="*/ 47119 h 47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1194" h="47119">
                <a:moveTo>
                  <a:pt x="0" y="0"/>
                </a:moveTo>
                <a:lnTo>
                  <a:pt x="1571195" y="0"/>
                </a:lnTo>
                <a:lnTo>
                  <a:pt x="1571195" y="47119"/>
                </a:lnTo>
                <a:lnTo>
                  <a:pt x="0" y="47119"/>
                </a:lnTo>
                <a:close/>
              </a:path>
            </a:pathLst>
          </a:custGeom>
          <a:gradFill>
            <a:gsLst>
              <a:gs pos="98000">
                <a:srgbClr val="9715BF"/>
              </a:gs>
              <a:gs pos="0">
                <a:srgbClr val="7620C9"/>
              </a:gs>
            </a:gsLst>
            <a:lin ang="10800000" scaled="1"/>
          </a:gradFill>
          <a:ln w="601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A9E4FF91-BCDF-0D34-089B-BA8E56B02B9A}"/>
              </a:ext>
            </a:extLst>
          </p:cNvPr>
          <p:cNvSpPr/>
          <p:nvPr/>
        </p:nvSpPr>
        <p:spPr>
          <a:xfrm>
            <a:off x="6163520" y="5431946"/>
            <a:ext cx="1244864" cy="47119"/>
          </a:xfrm>
          <a:custGeom>
            <a:avLst/>
            <a:gdLst>
              <a:gd name="connsiteX0" fmla="*/ 0 w 1571194"/>
              <a:gd name="connsiteY0" fmla="*/ 0 h 47119"/>
              <a:gd name="connsiteX1" fmla="*/ 1571195 w 1571194"/>
              <a:gd name="connsiteY1" fmla="*/ 0 h 47119"/>
              <a:gd name="connsiteX2" fmla="*/ 1571195 w 1571194"/>
              <a:gd name="connsiteY2" fmla="*/ 47119 h 47119"/>
              <a:gd name="connsiteX3" fmla="*/ 0 w 1571194"/>
              <a:gd name="connsiteY3" fmla="*/ 47119 h 47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1194" h="47119">
                <a:moveTo>
                  <a:pt x="0" y="0"/>
                </a:moveTo>
                <a:lnTo>
                  <a:pt x="1571195" y="0"/>
                </a:lnTo>
                <a:lnTo>
                  <a:pt x="1571195" y="47119"/>
                </a:lnTo>
                <a:lnTo>
                  <a:pt x="0" y="4711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7000">
                <a:srgbClr val="7620C9"/>
              </a:gs>
            </a:gsLst>
            <a:lin ang="10800000" scaled="1"/>
          </a:gradFill>
          <a:ln w="601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5CCBF2E9-6059-9F22-D95B-FBCF7E6DA20E}"/>
              </a:ext>
            </a:extLst>
          </p:cNvPr>
          <p:cNvSpPr/>
          <p:nvPr/>
        </p:nvSpPr>
        <p:spPr>
          <a:xfrm>
            <a:off x="1813688" y="5374728"/>
            <a:ext cx="158129" cy="158186"/>
          </a:xfrm>
          <a:custGeom>
            <a:avLst/>
            <a:gdLst>
              <a:gd name="connsiteX0" fmla="*/ 158129 w 158129"/>
              <a:gd name="connsiteY0" fmla="*/ 79093 h 158186"/>
              <a:gd name="connsiteX1" fmla="*/ 79065 w 158129"/>
              <a:gd name="connsiteY1" fmla="*/ 158187 h 158186"/>
              <a:gd name="connsiteX2" fmla="*/ 0 w 158129"/>
              <a:gd name="connsiteY2" fmla="*/ 79093 h 158186"/>
              <a:gd name="connsiteX3" fmla="*/ 79065 w 158129"/>
              <a:gd name="connsiteY3" fmla="*/ 0 h 158186"/>
              <a:gd name="connsiteX4" fmla="*/ 158129 w 158129"/>
              <a:gd name="connsiteY4" fmla="*/ 79093 h 158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129" h="158186">
                <a:moveTo>
                  <a:pt x="158129" y="79093"/>
                </a:moveTo>
                <a:cubicBezTo>
                  <a:pt x="158129" y="122776"/>
                  <a:pt x="122731" y="158187"/>
                  <a:pt x="79065" y="158187"/>
                </a:cubicBezTo>
                <a:cubicBezTo>
                  <a:pt x="35398" y="158187"/>
                  <a:pt x="0" y="122776"/>
                  <a:pt x="0" y="79093"/>
                </a:cubicBezTo>
                <a:cubicBezTo>
                  <a:pt x="0" y="35411"/>
                  <a:pt x="35398" y="0"/>
                  <a:pt x="79065" y="0"/>
                </a:cubicBezTo>
                <a:cubicBezTo>
                  <a:pt x="122731" y="0"/>
                  <a:pt x="158129" y="35411"/>
                  <a:pt x="158129" y="79093"/>
                </a:cubicBezTo>
                <a:close/>
              </a:path>
            </a:pathLst>
          </a:custGeom>
          <a:noFill/>
          <a:ln w="254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67EF2AC4-F0DD-1CD2-D852-5E52AA53DC5A}"/>
              </a:ext>
            </a:extLst>
          </p:cNvPr>
          <p:cNvSpPr/>
          <p:nvPr/>
        </p:nvSpPr>
        <p:spPr>
          <a:xfrm>
            <a:off x="3218092" y="5374728"/>
            <a:ext cx="158129" cy="158186"/>
          </a:xfrm>
          <a:custGeom>
            <a:avLst/>
            <a:gdLst>
              <a:gd name="connsiteX0" fmla="*/ 158129 w 158129"/>
              <a:gd name="connsiteY0" fmla="*/ 79093 h 158186"/>
              <a:gd name="connsiteX1" fmla="*/ 79065 w 158129"/>
              <a:gd name="connsiteY1" fmla="*/ 158187 h 158186"/>
              <a:gd name="connsiteX2" fmla="*/ 0 w 158129"/>
              <a:gd name="connsiteY2" fmla="*/ 79093 h 158186"/>
              <a:gd name="connsiteX3" fmla="*/ 79065 w 158129"/>
              <a:gd name="connsiteY3" fmla="*/ 0 h 158186"/>
              <a:gd name="connsiteX4" fmla="*/ 158129 w 158129"/>
              <a:gd name="connsiteY4" fmla="*/ 79093 h 158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129" h="158186">
                <a:moveTo>
                  <a:pt x="158129" y="79093"/>
                </a:moveTo>
                <a:cubicBezTo>
                  <a:pt x="158129" y="122776"/>
                  <a:pt x="122731" y="158187"/>
                  <a:pt x="79065" y="158187"/>
                </a:cubicBezTo>
                <a:cubicBezTo>
                  <a:pt x="35399" y="158187"/>
                  <a:pt x="0" y="122776"/>
                  <a:pt x="0" y="79093"/>
                </a:cubicBezTo>
                <a:cubicBezTo>
                  <a:pt x="0" y="35411"/>
                  <a:pt x="35399" y="0"/>
                  <a:pt x="79065" y="0"/>
                </a:cubicBezTo>
                <a:cubicBezTo>
                  <a:pt x="122731" y="0"/>
                  <a:pt x="158129" y="35411"/>
                  <a:pt x="158129" y="79093"/>
                </a:cubicBezTo>
                <a:close/>
              </a:path>
            </a:pathLst>
          </a:custGeom>
          <a:noFill/>
          <a:ln w="25400" cap="flat">
            <a:solidFill>
              <a:schemeClr val="accent5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1766A14C-9AEC-2986-1CBC-42B21091EB67}"/>
              </a:ext>
            </a:extLst>
          </p:cNvPr>
          <p:cNvSpPr/>
          <p:nvPr/>
        </p:nvSpPr>
        <p:spPr>
          <a:xfrm>
            <a:off x="4604991" y="5374728"/>
            <a:ext cx="158129" cy="158186"/>
          </a:xfrm>
          <a:custGeom>
            <a:avLst/>
            <a:gdLst>
              <a:gd name="connsiteX0" fmla="*/ 158129 w 158129"/>
              <a:gd name="connsiteY0" fmla="*/ 79093 h 158186"/>
              <a:gd name="connsiteX1" fmla="*/ 79065 w 158129"/>
              <a:gd name="connsiteY1" fmla="*/ 158187 h 158186"/>
              <a:gd name="connsiteX2" fmla="*/ 0 w 158129"/>
              <a:gd name="connsiteY2" fmla="*/ 79093 h 158186"/>
              <a:gd name="connsiteX3" fmla="*/ 79065 w 158129"/>
              <a:gd name="connsiteY3" fmla="*/ 0 h 158186"/>
              <a:gd name="connsiteX4" fmla="*/ 158129 w 158129"/>
              <a:gd name="connsiteY4" fmla="*/ 79093 h 158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129" h="158186">
                <a:moveTo>
                  <a:pt x="158129" y="79093"/>
                </a:moveTo>
                <a:cubicBezTo>
                  <a:pt x="158129" y="122776"/>
                  <a:pt x="122731" y="158187"/>
                  <a:pt x="79065" y="158187"/>
                </a:cubicBezTo>
                <a:cubicBezTo>
                  <a:pt x="35399" y="158187"/>
                  <a:pt x="0" y="122776"/>
                  <a:pt x="0" y="79093"/>
                </a:cubicBezTo>
                <a:cubicBezTo>
                  <a:pt x="0" y="35411"/>
                  <a:pt x="35399" y="0"/>
                  <a:pt x="79065" y="0"/>
                </a:cubicBezTo>
                <a:cubicBezTo>
                  <a:pt x="122731" y="0"/>
                  <a:pt x="158129" y="35411"/>
                  <a:pt x="158129" y="79093"/>
                </a:cubicBezTo>
                <a:close/>
              </a:path>
            </a:pathLst>
          </a:custGeom>
          <a:noFill/>
          <a:ln w="25400" cap="flat">
            <a:solidFill>
              <a:srgbClr val="9715B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C08C62CB-7631-07E0-B7F0-CA43851B5CC5}"/>
              </a:ext>
            </a:extLst>
          </p:cNvPr>
          <p:cNvSpPr/>
          <p:nvPr/>
        </p:nvSpPr>
        <p:spPr>
          <a:xfrm>
            <a:off x="6007984" y="5374728"/>
            <a:ext cx="158129" cy="158186"/>
          </a:xfrm>
          <a:custGeom>
            <a:avLst/>
            <a:gdLst>
              <a:gd name="connsiteX0" fmla="*/ 158129 w 158129"/>
              <a:gd name="connsiteY0" fmla="*/ 79093 h 158186"/>
              <a:gd name="connsiteX1" fmla="*/ 79065 w 158129"/>
              <a:gd name="connsiteY1" fmla="*/ 158187 h 158186"/>
              <a:gd name="connsiteX2" fmla="*/ 0 w 158129"/>
              <a:gd name="connsiteY2" fmla="*/ 79093 h 158186"/>
              <a:gd name="connsiteX3" fmla="*/ 79065 w 158129"/>
              <a:gd name="connsiteY3" fmla="*/ 0 h 158186"/>
              <a:gd name="connsiteX4" fmla="*/ 158129 w 158129"/>
              <a:gd name="connsiteY4" fmla="*/ 79093 h 158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129" h="158186">
                <a:moveTo>
                  <a:pt x="158129" y="79093"/>
                </a:moveTo>
                <a:cubicBezTo>
                  <a:pt x="158129" y="122776"/>
                  <a:pt x="122731" y="158187"/>
                  <a:pt x="79065" y="158187"/>
                </a:cubicBezTo>
                <a:cubicBezTo>
                  <a:pt x="35398" y="158187"/>
                  <a:pt x="0" y="122776"/>
                  <a:pt x="0" y="79093"/>
                </a:cubicBezTo>
                <a:cubicBezTo>
                  <a:pt x="0" y="35411"/>
                  <a:pt x="35398" y="0"/>
                  <a:pt x="79065" y="0"/>
                </a:cubicBezTo>
                <a:cubicBezTo>
                  <a:pt x="122731" y="0"/>
                  <a:pt x="158129" y="35411"/>
                  <a:pt x="158129" y="79093"/>
                </a:cubicBezTo>
                <a:close/>
              </a:path>
            </a:pathLst>
          </a:custGeom>
          <a:noFill/>
          <a:ln w="25400" cap="flat">
            <a:solidFill>
              <a:srgbClr val="7620C9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EE3EA543-3C00-3031-B0DE-416FBE2B10C6}"/>
              </a:ext>
            </a:extLst>
          </p:cNvPr>
          <p:cNvSpPr/>
          <p:nvPr/>
        </p:nvSpPr>
        <p:spPr>
          <a:xfrm rot="10800000">
            <a:off x="7563920" y="5431947"/>
            <a:ext cx="4628080" cy="47117"/>
          </a:xfrm>
          <a:custGeom>
            <a:avLst/>
            <a:gdLst>
              <a:gd name="connsiteX0" fmla="*/ -300 w 1803342"/>
              <a:gd name="connsiteY0" fmla="*/ -8 h 47119"/>
              <a:gd name="connsiteX1" fmla="*/ 1803043 w 1803342"/>
              <a:gd name="connsiteY1" fmla="*/ -8 h 47119"/>
              <a:gd name="connsiteX2" fmla="*/ 1803043 w 1803342"/>
              <a:gd name="connsiteY2" fmla="*/ 47111 h 47119"/>
              <a:gd name="connsiteX3" fmla="*/ -300 w 1803342"/>
              <a:gd name="connsiteY3" fmla="*/ 47111 h 47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3342" h="47119">
                <a:moveTo>
                  <a:pt x="-300" y="-8"/>
                </a:moveTo>
                <a:lnTo>
                  <a:pt x="1803043" y="-8"/>
                </a:lnTo>
                <a:lnTo>
                  <a:pt x="1803043" y="47111"/>
                </a:lnTo>
                <a:lnTo>
                  <a:pt x="-300" y="47111"/>
                </a:lnTo>
                <a:close/>
              </a:path>
            </a:pathLst>
          </a:custGeom>
          <a:gradFill>
            <a:gsLst>
              <a:gs pos="29646">
                <a:schemeClr val="accent1"/>
              </a:gs>
              <a:gs pos="100000">
                <a:srgbClr val="B8B8B8">
                  <a:alpha val="0"/>
                </a:srgbClr>
              </a:gs>
            </a:gsLst>
            <a:lin ang="10800000" scaled="1"/>
          </a:gradFill>
          <a:ln w="601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5F50C6D5-147E-1113-733B-A978259A8E9A}"/>
              </a:ext>
            </a:extLst>
          </p:cNvPr>
          <p:cNvSpPr/>
          <p:nvPr/>
        </p:nvSpPr>
        <p:spPr>
          <a:xfrm>
            <a:off x="7408384" y="5374728"/>
            <a:ext cx="158129" cy="158186"/>
          </a:xfrm>
          <a:custGeom>
            <a:avLst/>
            <a:gdLst>
              <a:gd name="connsiteX0" fmla="*/ 158129 w 158129"/>
              <a:gd name="connsiteY0" fmla="*/ 79093 h 158186"/>
              <a:gd name="connsiteX1" fmla="*/ 79064 w 158129"/>
              <a:gd name="connsiteY1" fmla="*/ 158187 h 158186"/>
              <a:gd name="connsiteX2" fmla="*/ 0 w 158129"/>
              <a:gd name="connsiteY2" fmla="*/ 79093 h 158186"/>
              <a:gd name="connsiteX3" fmla="*/ 79064 w 158129"/>
              <a:gd name="connsiteY3" fmla="*/ 0 h 158186"/>
              <a:gd name="connsiteX4" fmla="*/ 158129 w 158129"/>
              <a:gd name="connsiteY4" fmla="*/ 79093 h 158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129" h="158186">
                <a:moveTo>
                  <a:pt x="158129" y="79093"/>
                </a:moveTo>
                <a:cubicBezTo>
                  <a:pt x="158129" y="122776"/>
                  <a:pt x="122731" y="158187"/>
                  <a:pt x="79064" y="158187"/>
                </a:cubicBezTo>
                <a:cubicBezTo>
                  <a:pt x="35398" y="158187"/>
                  <a:pt x="0" y="122776"/>
                  <a:pt x="0" y="79093"/>
                </a:cubicBezTo>
                <a:cubicBezTo>
                  <a:pt x="0" y="35411"/>
                  <a:pt x="35398" y="0"/>
                  <a:pt x="79064" y="0"/>
                </a:cubicBezTo>
                <a:cubicBezTo>
                  <a:pt x="122731" y="0"/>
                  <a:pt x="158129" y="35411"/>
                  <a:pt x="158129" y="79093"/>
                </a:cubicBezTo>
                <a:close/>
              </a:path>
            </a:pathLst>
          </a:custGeom>
          <a:noFill/>
          <a:ln w="25400" cap="flat">
            <a:solidFill>
              <a:srgbClr val="512BD5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0341FD00-6FF5-B524-B419-E8145CC7FE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0011" y="2325051"/>
            <a:ext cx="2124075" cy="184666"/>
          </a:xfrm>
        </p:spPr>
        <p:txBody>
          <a:bodyPr/>
          <a:lstStyle>
            <a:lvl1pPr>
              <a:defRPr sz="1200" b="1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id="{33F82E6D-99DC-2ED4-AAD2-3444E5AADA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99140" y="2916023"/>
            <a:ext cx="2124075" cy="184666"/>
          </a:xfrm>
        </p:spPr>
        <p:txBody>
          <a:bodyPr/>
          <a:lstStyle>
            <a:lvl1pPr>
              <a:defRPr sz="1200" b="1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58" name="Text Placeholder 50">
            <a:extLst>
              <a:ext uri="{FF2B5EF4-FFF2-40B4-BE49-F238E27FC236}">
                <a16:creationId xmlns:a16="http://schemas.microsoft.com/office/drawing/2014/main" id="{E9969CDB-BCB1-77C8-B77E-E123821890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02833" y="5660033"/>
            <a:ext cx="779839" cy="153888"/>
          </a:xfrm>
        </p:spPr>
        <p:txBody>
          <a:bodyPr/>
          <a:lstStyle>
            <a:lvl1pPr algn="ctr">
              <a:defRPr sz="1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Jan 2024</a:t>
            </a:r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B5D3283F-A3B1-8BE3-F44A-93136FBEC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7237" y="5660033"/>
            <a:ext cx="779839" cy="153888"/>
          </a:xfrm>
        </p:spPr>
        <p:txBody>
          <a:bodyPr/>
          <a:lstStyle>
            <a:lvl1pPr algn="ctr">
              <a:defRPr sz="1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Feb 2024</a:t>
            </a:r>
          </a:p>
        </p:txBody>
      </p:sp>
      <p:sp>
        <p:nvSpPr>
          <p:cNvPr id="60" name="Text Placeholder 50">
            <a:extLst>
              <a:ext uri="{FF2B5EF4-FFF2-40B4-BE49-F238E27FC236}">
                <a16:creationId xmlns:a16="http://schemas.microsoft.com/office/drawing/2014/main" id="{DE94C782-54DD-2E91-99CC-208753015B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4136" y="5660033"/>
            <a:ext cx="779839" cy="153888"/>
          </a:xfrm>
        </p:spPr>
        <p:txBody>
          <a:bodyPr/>
          <a:lstStyle>
            <a:lvl1pPr algn="ctr">
              <a:defRPr sz="1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Mar 2024</a:t>
            </a:r>
          </a:p>
        </p:txBody>
      </p:sp>
      <p:sp>
        <p:nvSpPr>
          <p:cNvPr id="61" name="Text Placeholder 50">
            <a:extLst>
              <a:ext uri="{FF2B5EF4-FFF2-40B4-BE49-F238E27FC236}">
                <a16:creationId xmlns:a16="http://schemas.microsoft.com/office/drawing/2014/main" id="{90095A9B-1756-6D51-F54B-83E9DEA0D6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129" y="5660033"/>
            <a:ext cx="779839" cy="153888"/>
          </a:xfrm>
        </p:spPr>
        <p:txBody>
          <a:bodyPr/>
          <a:lstStyle>
            <a:lvl1pPr algn="ctr">
              <a:defRPr sz="1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Apr 2024</a:t>
            </a:r>
          </a:p>
        </p:txBody>
      </p:sp>
      <p:sp>
        <p:nvSpPr>
          <p:cNvPr id="62" name="Text Placeholder 50">
            <a:extLst>
              <a:ext uri="{FF2B5EF4-FFF2-40B4-BE49-F238E27FC236}">
                <a16:creationId xmlns:a16="http://schemas.microsoft.com/office/drawing/2014/main" id="{EF2F626F-B605-9D10-A3BE-F234901F43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97529" y="5660033"/>
            <a:ext cx="779839" cy="153888"/>
          </a:xfrm>
        </p:spPr>
        <p:txBody>
          <a:bodyPr/>
          <a:lstStyle>
            <a:lvl1pPr algn="ctr">
              <a:defRPr sz="1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May 2024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BD96B09-0BFE-0332-40D3-DB534743B57A}"/>
              </a:ext>
            </a:extLst>
          </p:cNvPr>
          <p:cNvCxnSpPr>
            <a:cxnSpLocks/>
          </p:cNvCxnSpPr>
          <p:nvPr userDrawn="1"/>
        </p:nvCxnSpPr>
        <p:spPr>
          <a:xfrm flipH="1">
            <a:off x="7487033" y="5032638"/>
            <a:ext cx="830" cy="287168"/>
          </a:xfrm>
          <a:prstGeom prst="line">
            <a:avLst/>
          </a:prstGeom>
          <a:ln w="25400" cap="rnd">
            <a:solidFill>
              <a:srgbClr val="512BD5"/>
            </a:solidFill>
            <a:prstDash val="sysDot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Placeholder 50">
            <a:extLst>
              <a:ext uri="{FF2B5EF4-FFF2-40B4-BE49-F238E27FC236}">
                <a16:creationId xmlns:a16="http://schemas.microsoft.com/office/drawing/2014/main" id="{2922DBC1-8548-E480-A882-2F0219B337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88308" y="3505037"/>
            <a:ext cx="2124075" cy="184666"/>
          </a:xfrm>
        </p:spPr>
        <p:txBody>
          <a:bodyPr/>
          <a:lstStyle>
            <a:lvl1pPr>
              <a:defRPr sz="1200" b="1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76" name="Text Placeholder 50">
            <a:extLst>
              <a:ext uri="{FF2B5EF4-FFF2-40B4-BE49-F238E27FC236}">
                <a16:creationId xmlns:a16="http://schemas.microsoft.com/office/drawing/2014/main" id="{0E36BC34-F079-4847-1A80-17BBA64A39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1454" y="4095556"/>
            <a:ext cx="2124075" cy="184666"/>
          </a:xfrm>
        </p:spPr>
        <p:txBody>
          <a:bodyPr/>
          <a:lstStyle>
            <a:lvl1pPr>
              <a:defRPr sz="1200" b="1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77" name="Text Placeholder 50">
            <a:extLst>
              <a:ext uri="{FF2B5EF4-FFF2-40B4-BE49-F238E27FC236}">
                <a16:creationId xmlns:a16="http://schemas.microsoft.com/office/drawing/2014/main" id="{028EC226-AB14-A007-3083-C7F94053A9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03308" y="4691876"/>
            <a:ext cx="2124075" cy="184666"/>
          </a:xfrm>
        </p:spPr>
        <p:txBody>
          <a:bodyPr/>
          <a:lstStyle>
            <a:lvl1pPr>
              <a:defRPr sz="1200" b="1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236D39D-6577-BA43-B0FF-643E0A10CF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639" y="993425"/>
            <a:ext cx="11018520" cy="61555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883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  <p:bldP spid="22" grpId="0" animBg="1"/>
      <p:bldP spid="25" grpId="0" animBg="1"/>
      <p:bldP spid="28" grpId="0" animBg="1"/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3 icons/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2D5AF-D3EE-9FE9-17CA-38F79C099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960" y="1724627"/>
            <a:ext cx="11050081" cy="615553"/>
          </a:xfrm>
        </p:spPr>
        <p:txBody>
          <a:bodyPr/>
          <a:lstStyle>
            <a:lvl1pPr algn="ctr"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Lorem ipsum dolor sit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529E948-B647-1B3B-4B0A-C6914F874F4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792401" y="3076511"/>
            <a:ext cx="799959" cy="799959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Insert icon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3E151E17-299D-0A92-45C9-BED3664323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37906" y="4113647"/>
            <a:ext cx="2313432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9E46301-3A68-CC3E-45CC-818C41F58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39284" y="4113647"/>
            <a:ext cx="2313432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24213C95-8A35-2CB3-F9F8-DBC451E987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40663" y="4113647"/>
            <a:ext cx="2313432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51A284-1F5A-46A4-95C5-30A56FCDD0CD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5691860" y="3076511"/>
            <a:ext cx="799959" cy="799959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Insert icon</a:t>
            </a:r>
          </a:p>
        </p:txBody>
      </p:sp>
      <p:sp>
        <p:nvSpPr>
          <p:cNvPr id="2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A739A0C-36E3-AB87-8A19-5A11C7A3E05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8591319" y="3076511"/>
            <a:ext cx="799959" cy="799959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Insert icon</a:t>
            </a:r>
          </a:p>
        </p:txBody>
      </p:sp>
    </p:spTree>
    <p:extLst>
      <p:ext uri="{BB962C8B-B14F-4D97-AF65-F5344CB8AC3E}">
        <p14:creationId xmlns:p14="http://schemas.microsoft.com/office/powerpoint/2010/main" val="11549040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2 icons in box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E89B0DE-13CD-7636-8AC4-94C2145220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1304" y="2006298"/>
            <a:ext cx="1459830" cy="29187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C695BAA-3A2D-B974-FA68-A9A5C869FE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360867" y="2006299"/>
            <a:ext cx="1459830" cy="2918700"/>
          </a:xfrm>
          <a:prstGeom prst="rect">
            <a:avLst/>
          </a:prstGeom>
        </p:spPr>
      </p:pic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6A9A032E-1B9D-C9EE-CEE4-785436F13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936375" y="1710159"/>
            <a:ext cx="8319248" cy="3510979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3600000" scaled="0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9E46301-3A68-CC3E-45CC-818C41F58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49066" y="3813751"/>
            <a:ext cx="2313432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24213C95-8A35-2CB3-F9F8-DBC451E987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43299" y="3813751"/>
            <a:ext cx="2313432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51A284-1F5A-46A4-95C5-30A56FCDD0CD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905803" y="2777768"/>
            <a:ext cx="799959" cy="799959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Insert icon</a:t>
            </a:r>
          </a:p>
        </p:txBody>
      </p:sp>
      <p:sp>
        <p:nvSpPr>
          <p:cNvPr id="2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A739A0C-36E3-AB87-8A19-5A11C7A3E05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500036" y="2777768"/>
            <a:ext cx="799959" cy="799959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Insert icon</a:t>
            </a:r>
          </a:p>
        </p:txBody>
      </p:sp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5649CC73-6D82-2D2D-4329-F87EB58073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0"/>
          </a:blip>
          <a:stretch>
            <a:fillRect/>
          </a:stretch>
        </p:blipFill>
        <p:spPr>
          <a:xfrm>
            <a:off x="4571154" y="5186762"/>
            <a:ext cx="595448" cy="59489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BF117E8-A1CD-A9F6-E3DE-1B78686B295A}"/>
              </a:ext>
            </a:extLst>
          </p:cNvPr>
          <p:cNvSpPr/>
          <p:nvPr userDrawn="1"/>
        </p:nvSpPr>
        <p:spPr bwMode="auto">
          <a:xfrm>
            <a:off x="3561068" y="1267428"/>
            <a:ext cx="5069865" cy="885463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2D5AF-D3EE-9FE9-17CA-38F79C099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61068" y="1404445"/>
            <a:ext cx="5069865" cy="55399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257544112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2471DCD8-0AF4-55E9-8906-F303CB925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509035" y="1790462"/>
            <a:ext cx="9173833" cy="3953814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3600000" scaled="0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DAB68D1-E3BB-F6F7-2CBA-85394A9406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740" y="563583"/>
            <a:ext cx="11018520" cy="55399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D46426F-46F5-1AC6-AB28-7942C20CC15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301168" y="2324719"/>
            <a:ext cx="2001799" cy="574598"/>
          </a:xfrm>
          <a:solidFill>
            <a:schemeClr val="tx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Logo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11088D2C-4005-848B-08D3-78F93DC1D6B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095076" y="2324719"/>
            <a:ext cx="2001799" cy="574598"/>
          </a:xfrm>
          <a:solidFill>
            <a:schemeClr val="tx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Logo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D69A2184-C0FF-C109-3CF4-50A45844760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88984" y="2324719"/>
            <a:ext cx="2001799" cy="574598"/>
          </a:xfrm>
          <a:solidFill>
            <a:schemeClr val="tx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Logo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4864B91F-0430-2A39-79BE-0A08ACF9960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301168" y="3495597"/>
            <a:ext cx="2001799" cy="574598"/>
          </a:xfrm>
          <a:solidFill>
            <a:schemeClr val="tx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Logo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57510513-98CD-5B84-24AE-32BDB1B580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095076" y="3495597"/>
            <a:ext cx="2001799" cy="574598"/>
          </a:xfrm>
          <a:solidFill>
            <a:schemeClr val="tx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Logo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711C2F2B-6C0C-2BC7-27CA-05EE7DBD9781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888984" y="3495597"/>
            <a:ext cx="2001799" cy="574598"/>
          </a:xfrm>
          <a:solidFill>
            <a:schemeClr val="tx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Logo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76475E64-AC1A-F2D2-3390-CCF084D75C0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301168" y="4655323"/>
            <a:ext cx="2001799" cy="574598"/>
          </a:xfrm>
          <a:solidFill>
            <a:schemeClr val="tx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Logo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425098F1-7ADC-0292-1D07-C6727D572FF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095076" y="4655323"/>
            <a:ext cx="2001799" cy="574598"/>
          </a:xfrm>
          <a:solidFill>
            <a:schemeClr val="tx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Logo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B0409FD-D2C8-7116-6E22-C14EB0A979C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7888984" y="4655323"/>
            <a:ext cx="2001799" cy="574598"/>
          </a:xfrm>
          <a:solidFill>
            <a:schemeClr val="tx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86834530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xt box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93A2487A-61B8-8A04-2A52-5B6E14A91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664943" y="2021293"/>
            <a:ext cx="2847373" cy="1678489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3600000" scaled="0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8" name="Rounded Rectangle 2">
            <a:extLst>
              <a:ext uri="{FF2B5EF4-FFF2-40B4-BE49-F238E27FC236}">
                <a16:creationId xmlns:a16="http://schemas.microsoft.com/office/drawing/2014/main" id="{AD8ABAB2-DD91-C853-74F0-0B65B0F3B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940198" y="2021293"/>
            <a:ext cx="2847373" cy="1678489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3600000" scaled="0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2471DCD8-0AF4-55E9-8906-F303CB925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412077" y="2021293"/>
            <a:ext cx="2847373" cy="1678489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3600000" scaled="0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9E46301-3A68-CC3E-45CC-818C41F58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37322" y="2333546"/>
            <a:ext cx="2313432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452D3C7-8D3A-02FB-B0BD-F6001AB5B9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37322" y="2850440"/>
            <a:ext cx="2313432" cy="553998"/>
          </a:xfrm>
        </p:spPr>
        <p:txBody>
          <a:bodyPr wrap="square">
            <a:spAutoFit/>
          </a:bodyPr>
          <a:lstStyle>
            <a:lvl1pPr marL="0" indent="0" algn="ctr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7138CD8-E499-9097-E3EA-61E74A7E8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960" y="980708"/>
            <a:ext cx="11050081" cy="61555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F99E1BF-51F0-4EC3-CD9D-ED044CAC3B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79049" y="2333546"/>
            <a:ext cx="2313432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82682BD-18B9-5E6A-7AA9-E0C27B03CB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9049" y="2850440"/>
            <a:ext cx="2313432" cy="553998"/>
          </a:xfrm>
        </p:spPr>
        <p:txBody>
          <a:bodyPr wrap="square">
            <a:spAutoFit/>
          </a:bodyPr>
          <a:lstStyle>
            <a:lvl1pPr marL="0" indent="0" algn="ctr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8138A40-A739-B853-C2A9-1FAD12A6823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7169" y="2333546"/>
            <a:ext cx="2313432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6F045CF5-1BA7-6F69-AE98-20AF4367E0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07169" y="2850440"/>
            <a:ext cx="2313432" cy="553998"/>
          </a:xfrm>
        </p:spPr>
        <p:txBody>
          <a:bodyPr wrap="square">
            <a:spAutoFit/>
          </a:bodyPr>
          <a:lstStyle>
            <a:lvl1pPr marL="0" indent="0" algn="ctr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endParaRPr lang="en-US"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FB048452-F623-8515-9B3D-63A2EF18B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664943" y="4074819"/>
            <a:ext cx="2847373" cy="1678489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3600000" scaled="0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572E8352-2A80-FDBE-000C-46BC42B30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940198" y="4074819"/>
            <a:ext cx="2847373" cy="1678489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3600000" scaled="0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C1617C4F-8B9E-8145-E9FA-097AF0B12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412077" y="4074819"/>
            <a:ext cx="2847373" cy="1678489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3600000" scaled="0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E840DA7-AD9B-E37B-225D-705F520C86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37322" y="4387072"/>
            <a:ext cx="2313432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328F21D0-80AE-A8D0-E187-931FA8906BE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37322" y="4903966"/>
            <a:ext cx="2313432" cy="553998"/>
          </a:xfrm>
        </p:spPr>
        <p:txBody>
          <a:bodyPr wrap="square">
            <a:spAutoFit/>
          </a:bodyPr>
          <a:lstStyle>
            <a:lvl1pPr marL="0" indent="0" algn="ctr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endParaRPr lang="en-US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3148076-2D97-33A6-7B7B-756B03619E8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79049" y="4387072"/>
            <a:ext cx="2313432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F54FE40-BF22-A040-5C43-C03E17F6DBA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9049" y="4903966"/>
            <a:ext cx="2313432" cy="553998"/>
          </a:xfrm>
        </p:spPr>
        <p:txBody>
          <a:bodyPr wrap="square">
            <a:spAutoFit/>
          </a:bodyPr>
          <a:lstStyle>
            <a:lvl1pPr marL="0" indent="0" algn="ctr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endParaRPr lang="en-US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F719C13-71D5-A7D5-A9D8-0570B1AB90F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07169" y="4387072"/>
            <a:ext cx="2313432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5687D2D2-469C-F6C9-213C-4CC5A831C1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07169" y="4903966"/>
            <a:ext cx="2313432" cy="553998"/>
          </a:xfrm>
        </p:spPr>
        <p:txBody>
          <a:bodyPr wrap="square">
            <a:spAutoFit/>
          </a:bodyPr>
          <a:lstStyle>
            <a:lvl1pPr marL="0" indent="0" algn="ctr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3452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3icons in box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93A2487A-61B8-8A04-2A52-5B6E14A91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672692" y="3354148"/>
            <a:ext cx="2847373" cy="1678489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3600000" scaled="0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8" name="Rounded Rectangle 2">
            <a:extLst>
              <a:ext uri="{FF2B5EF4-FFF2-40B4-BE49-F238E27FC236}">
                <a16:creationId xmlns:a16="http://schemas.microsoft.com/office/drawing/2014/main" id="{AD8ABAB2-DD91-C853-74F0-0B65B0F3B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947947" y="3354148"/>
            <a:ext cx="2847373" cy="1678489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3600000" scaled="0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2471DCD8-0AF4-55E9-8906-F303CB925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419826" y="3354148"/>
            <a:ext cx="2847373" cy="1678489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3600000" scaled="0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BC6241F-E20B-A9B6-02C4-F33527420935}"/>
              </a:ext>
            </a:extLst>
          </p:cNvPr>
          <p:cNvSpPr/>
          <p:nvPr userDrawn="1"/>
        </p:nvSpPr>
        <p:spPr bwMode="auto">
          <a:xfrm>
            <a:off x="5709528" y="2967681"/>
            <a:ext cx="772938" cy="772938"/>
          </a:xfrm>
          <a:prstGeom prst="ellipse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9E46301-3A68-CC3E-45CC-818C41F58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45071" y="3848817"/>
            <a:ext cx="2313432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51A284-1F5A-46A4-95C5-30A56FCDD0CD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5806306" y="3058669"/>
            <a:ext cx="590963" cy="59096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Insert icon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452D3C7-8D3A-02FB-B0BD-F6001AB5B9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45071" y="4365711"/>
            <a:ext cx="2313432" cy="369332"/>
          </a:xfrm>
        </p:spPr>
        <p:txBody>
          <a:bodyPr wrap="square">
            <a:spAutoFit/>
          </a:bodyPr>
          <a:lstStyle>
            <a:lvl1pPr marL="0" indent="0" algn="ctr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7138CD8-E499-9097-E3EA-61E74A7E8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960" y="1724627"/>
            <a:ext cx="11050081" cy="55399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5C76F7-4414-2616-98B4-F442C82CA4C5}"/>
              </a:ext>
            </a:extLst>
          </p:cNvPr>
          <p:cNvSpPr/>
          <p:nvPr userDrawn="1"/>
        </p:nvSpPr>
        <p:spPr bwMode="auto">
          <a:xfrm>
            <a:off x="2457045" y="2967681"/>
            <a:ext cx="772938" cy="772938"/>
          </a:xfrm>
          <a:prstGeom prst="ellipse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F99E1BF-51F0-4EC3-CD9D-ED044CAC3B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86798" y="3848817"/>
            <a:ext cx="2313432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88C3BD7-A536-2ABC-D2E5-B4643F406CA4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2548033" y="3058669"/>
            <a:ext cx="590963" cy="59096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Insert icon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82682BD-18B9-5E6A-7AA9-E0C27B03CB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86798" y="4365711"/>
            <a:ext cx="2313432" cy="369332"/>
          </a:xfrm>
        </p:spPr>
        <p:txBody>
          <a:bodyPr wrap="square">
            <a:spAutoFit/>
          </a:bodyPr>
          <a:lstStyle>
            <a:lvl1pPr marL="0" indent="0" algn="ctr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7060D9-A333-6FF8-3CC8-821B4F56EA68}"/>
              </a:ext>
            </a:extLst>
          </p:cNvPr>
          <p:cNvSpPr/>
          <p:nvPr userDrawn="1"/>
        </p:nvSpPr>
        <p:spPr bwMode="auto">
          <a:xfrm>
            <a:off x="8985165" y="2967681"/>
            <a:ext cx="772938" cy="772938"/>
          </a:xfrm>
          <a:prstGeom prst="ellipse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8138A40-A739-B853-C2A9-1FAD12A6823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4918" y="3848817"/>
            <a:ext cx="2313432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B290DA8-3266-3FD3-A17A-9E89FA2CCC34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 bwMode="ltGray">
          <a:xfrm>
            <a:off x="9076153" y="3058669"/>
            <a:ext cx="590963" cy="59096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Insert icon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6F045CF5-1BA7-6F69-AE98-20AF4367E0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14918" y="4365711"/>
            <a:ext cx="2313432" cy="369332"/>
          </a:xfrm>
        </p:spPr>
        <p:txBody>
          <a:bodyPr wrap="square">
            <a:spAutoFit/>
          </a:bodyPr>
          <a:lstStyle>
            <a:lvl1pPr marL="0" indent="0" algn="ctr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73800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3icons vertical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C7C2579-2B91-0347-168F-58A0FDA64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095999" y="1586482"/>
            <a:ext cx="5038499" cy="1033273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3600000" scaled="0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21BE6EB-5993-D0C4-BC91-AC74FDB29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095999" y="2913112"/>
            <a:ext cx="5038499" cy="1033273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3600000" scaled="0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6F43AA-5094-32EA-6843-CF80DBEE0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095999" y="4239741"/>
            <a:ext cx="5038499" cy="1033273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3600000" scaled="0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7138CD8-E499-9097-E3EA-61E74A7E8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800" y="2813447"/>
            <a:ext cx="3581402" cy="123110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F99E1BF-51F0-4EC3-CD9D-ED044CAC3B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28847" y="3290500"/>
            <a:ext cx="3597649" cy="276999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88C3BD7-A536-2ABC-D2E5-B4643F406CA4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6366942" y="3133518"/>
            <a:ext cx="590963" cy="59096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Insert icon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DBB21CA-47B2-0E0F-FE94-6C2ED653E8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28847" y="1964620"/>
            <a:ext cx="3597649" cy="276999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806DA6B-BB23-0E45-1C4F-26CE25606313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6366942" y="1807638"/>
            <a:ext cx="590963" cy="59096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Insert icon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367794D-E232-077D-E913-F7B89673E5F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28847" y="4616380"/>
            <a:ext cx="3597649" cy="276999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3A21D3D-3675-4187-9A29-8B26DD454FAB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 bwMode="ltGray">
          <a:xfrm>
            <a:off x="6366942" y="4459398"/>
            <a:ext cx="590963" cy="59096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Insert icon</a:t>
            </a:r>
          </a:p>
        </p:txBody>
      </p:sp>
    </p:spTree>
    <p:extLst>
      <p:ext uri="{BB962C8B-B14F-4D97-AF65-F5344CB8AC3E}">
        <p14:creationId xmlns:p14="http://schemas.microsoft.com/office/powerpoint/2010/main" val="894335885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aragraph -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0FEC1AA-5301-D109-7757-3C8F28BF7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0154" y="2056480"/>
            <a:ext cx="4622646" cy="12283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799C7F5-7F21-7BAC-43ED-755B319581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90153" y="3524149"/>
            <a:ext cx="4622647" cy="1107996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ac </a:t>
            </a:r>
            <a:r>
              <a:rPr lang="en-US" err="1"/>
              <a:t>feugiat</a:t>
            </a:r>
            <a:r>
              <a:rPr lang="en-US"/>
              <a:t>. Maecenas ac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placerat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eros </a:t>
            </a:r>
            <a:r>
              <a:rPr lang="en-US" err="1"/>
              <a:t>quis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ante. </a:t>
            </a:r>
            <a:r>
              <a:rPr lang="en-US" err="1"/>
              <a:t>Aliquam</a:t>
            </a:r>
            <a:r>
              <a:rPr lang="en-US"/>
              <a:t> id </a:t>
            </a:r>
            <a:r>
              <a:rPr lang="en-US" err="1"/>
              <a:t>sagittis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at </a:t>
            </a:r>
            <a:r>
              <a:rPr lang="en-US" err="1"/>
              <a:t>placerat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, non </a:t>
            </a:r>
            <a:r>
              <a:rPr lang="en-US" err="1"/>
              <a:t>hendrerit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.</a:t>
            </a:r>
          </a:p>
        </p:txBody>
      </p:sp>
      <p:pic>
        <p:nvPicPr>
          <p:cNvPr id="8" name="Picture 7" descr="A purple and black curved object&#10;&#10;Description automatically generated">
            <a:extLst>
              <a:ext uri="{FF2B5EF4-FFF2-40B4-BE49-F238E27FC236}">
                <a16:creationId xmlns:a16="http://schemas.microsoft.com/office/drawing/2014/main" id="{FBE45E74-78B5-9BE4-638A-B095DF0EB3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713721" y="1706847"/>
            <a:ext cx="6858001" cy="3430560"/>
          </a:xfrm>
          <a:prstGeom prst="rect">
            <a:avLst/>
          </a:prstGeom>
          <a:effectLst>
            <a:outerShdw blurRad="633137" dist="444500" dir="21540000" algn="r" rotWithShape="0">
              <a:schemeClr val="accent2">
                <a:alpha val="2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6789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/text side by side 2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a purple light&#10;&#10;Description automatically generated">
            <a:extLst>
              <a:ext uri="{FF2B5EF4-FFF2-40B4-BE49-F238E27FC236}">
                <a16:creationId xmlns:a16="http://schemas.microsoft.com/office/drawing/2014/main" id="{58BDD4CB-D36F-E07F-313B-797A62D479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46914" y="0"/>
            <a:ext cx="69450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813446"/>
            <a:ext cx="3357658" cy="1231106"/>
          </a:xfrm>
        </p:spPr>
        <p:txBody>
          <a:bodyPr anchor="ctr"/>
          <a:lstStyle>
            <a:lvl1pPr>
              <a:defRPr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Lorem ipsum dolor sit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1889" y="2965747"/>
            <a:ext cx="5101012" cy="923330"/>
          </a:xfrm>
        </p:spPr>
        <p:txBody>
          <a:bodyPr anchor="ctr"/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 </a:t>
            </a: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ac </a:t>
            </a:r>
            <a:r>
              <a:rPr lang="en-US" err="1"/>
              <a:t>feugiat</a:t>
            </a:r>
            <a:r>
              <a:rPr lang="en-US"/>
              <a:t>. Maecenas ac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placerat</a:t>
            </a:r>
            <a:r>
              <a:rPr lang="en-US"/>
              <a:t> eros </a:t>
            </a:r>
            <a:r>
              <a:rPr lang="en-US" err="1"/>
              <a:t>quis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ante. </a:t>
            </a:r>
            <a:r>
              <a:rPr lang="en-US" err="1"/>
              <a:t>Aliquam</a:t>
            </a:r>
            <a:r>
              <a:rPr lang="en-US"/>
              <a:t> id </a:t>
            </a:r>
            <a:r>
              <a:rPr lang="en-US" err="1"/>
              <a:t>sagittis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at </a:t>
            </a:r>
            <a:r>
              <a:rPr lang="en-US" err="1"/>
              <a:t>placerat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, non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442281" y="2578100"/>
            <a:ext cx="0" cy="1701800"/>
          </a:xfrm>
          <a:prstGeom prst="line">
            <a:avLst/>
          </a:prstGeom>
          <a:ln w="25400" cap="rnd">
            <a:solidFill>
              <a:schemeClr val="accent5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747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olumn/subhead/bulle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356C-9532-5436-46A1-619B2A6A7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677" y="422028"/>
            <a:ext cx="11018520" cy="5539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B5FDD55-D2FD-06A2-3A7F-C063A432668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62614" y="1342023"/>
            <a:ext cx="4511136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EF8026C-7744-AAD9-41CA-C4ABA625DB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0677" y="1354747"/>
            <a:ext cx="4511136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BEEF0C1-9DBD-0741-E148-D23B90A645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0677" y="1858677"/>
            <a:ext cx="4511136" cy="126496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Clr>
                <a:schemeClr val="accent5"/>
              </a:buClr>
              <a:buFontTx/>
              <a:buNone/>
              <a:defRPr lang="en-US" sz="1200" b="0" kern="1200" spc="0" baseline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600" dirty="0">
                <a:solidFill>
                  <a:schemeClr val="tx1"/>
                </a:solidFill>
              </a:defRPr>
            </a:lvl3pPr>
            <a:lvl4pPr>
              <a:defRPr lang="en-US" sz="1400" dirty="0">
                <a:solidFill>
                  <a:schemeClr val="tx1"/>
                </a:solidFill>
              </a:defRPr>
            </a:lvl4pPr>
            <a:lvl5pPr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dui.</a:t>
            </a:r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ac </a:t>
            </a:r>
            <a:r>
              <a:rPr lang="en-US" err="1"/>
              <a:t>feugiat</a:t>
            </a:r>
            <a:r>
              <a:rPr lang="en-US"/>
              <a:t>. </a:t>
            </a:r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Maecenas ac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placerat</a:t>
            </a:r>
            <a:r>
              <a:rPr lang="en-US"/>
              <a:t> eros </a:t>
            </a:r>
            <a:r>
              <a:rPr lang="en-US" err="1"/>
              <a:t>quis</a:t>
            </a:r>
            <a:r>
              <a:rPr lang="en-US"/>
              <a:t>.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55851C6-7894-1086-1B76-8F1549A38A3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2614" y="1858677"/>
            <a:ext cx="4511135" cy="126496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Clr>
                <a:schemeClr val="accent5"/>
              </a:buClr>
              <a:buFont typeface="Arial" panose="020B0604020202020204" pitchFamily="34" charset="0"/>
              <a:buNone/>
              <a:defRPr lang="en-US" sz="1200" b="0" kern="1200" spc="0" baseline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600" dirty="0">
                <a:solidFill>
                  <a:schemeClr val="tx1"/>
                </a:solidFill>
              </a:defRPr>
            </a:lvl3pPr>
            <a:lvl4pPr>
              <a:defRPr lang="en-US" sz="1400" dirty="0">
                <a:solidFill>
                  <a:schemeClr val="tx1"/>
                </a:solidFill>
              </a:defRPr>
            </a:lvl4pPr>
            <a:lvl5pPr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dui.</a:t>
            </a:r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ac </a:t>
            </a:r>
            <a:r>
              <a:rPr lang="en-US" err="1"/>
              <a:t>feugiat</a:t>
            </a:r>
            <a:r>
              <a:rPr lang="en-US"/>
              <a:t>. </a:t>
            </a:r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Maecenas ac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placerat</a:t>
            </a:r>
            <a:r>
              <a:rPr lang="en-US"/>
              <a:t> eros </a:t>
            </a:r>
            <a:r>
              <a:rPr lang="en-US" err="1"/>
              <a:t>quis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60495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column/bullets with subhead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C0B69368-9757-B21C-E1BD-A3395B8644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0676" y="1348899"/>
            <a:ext cx="3192272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A7EF711-B0F9-7083-7452-D785B4A583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676" y="422028"/>
            <a:ext cx="11060492" cy="5539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70EFED5-6FA5-A540-9F3B-9E893E9845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0676" y="1865553"/>
            <a:ext cx="3192272" cy="2003625"/>
          </a:xfrm>
        </p:spPr>
        <p:txBody>
          <a:bodyPr vert="horz" wrap="square" lIns="0" tIns="0" rIns="0" bIns="0" rtlCol="0">
            <a:spAutoFit/>
          </a:bodyPr>
          <a:lstStyle>
            <a:lvl1pPr marL="171450" indent="-171450">
              <a:spcAft>
                <a:spcPts val="1200"/>
              </a:spcAft>
              <a:buClr>
                <a:schemeClr val="accent5"/>
              </a:buClr>
              <a:buFont typeface="Arial" panose="020B0604020202020204" pitchFamily="34" charset="0"/>
              <a:buNone/>
              <a:defRPr lang="en-US" sz="1200" b="0" kern="1200" spc="0" baseline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600" dirty="0">
                <a:solidFill>
                  <a:schemeClr val="tx1"/>
                </a:solidFill>
              </a:defRPr>
            </a:lvl3pPr>
            <a:lvl4pPr>
              <a:defRPr lang="en-US" sz="1400" dirty="0">
                <a:solidFill>
                  <a:schemeClr val="tx1"/>
                </a:solidFill>
              </a:defRPr>
            </a:lvl4pPr>
            <a:lvl5pPr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pulvinar </a:t>
            </a:r>
            <a:r>
              <a:rPr lang="en-US" err="1"/>
              <a:t>vestib</a:t>
            </a:r>
            <a:r>
              <a:rPr lang="en-US"/>
              <a:t> </a:t>
            </a:r>
            <a:r>
              <a:rPr lang="en-US" err="1"/>
              <a:t>ulum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ac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enim</a:t>
            </a:r>
            <a:endParaRPr lang="en-US"/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Maecenas ac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placerat</a:t>
            </a:r>
            <a:r>
              <a:rPr lang="en-US"/>
              <a:t> eros </a:t>
            </a:r>
            <a:r>
              <a:rPr lang="en-US" err="1"/>
              <a:t>quis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ante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ac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38F88253-3C77-2166-FB05-35CB274BF6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06976" y="1348899"/>
            <a:ext cx="3192272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9A924BE-6D3F-C36B-6B2D-A7E9BFDEA3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6976" y="1865553"/>
            <a:ext cx="3192272" cy="2003625"/>
          </a:xfrm>
        </p:spPr>
        <p:txBody>
          <a:bodyPr vert="horz" wrap="square" lIns="0" tIns="0" rIns="0" bIns="0" rtlCol="0">
            <a:spAutoFit/>
          </a:bodyPr>
          <a:lstStyle>
            <a:lvl1pPr marL="171450" indent="-171450">
              <a:spcAft>
                <a:spcPts val="1200"/>
              </a:spcAft>
              <a:buClr>
                <a:schemeClr val="accent5"/>
              </a:buClr>
              <a:buFont typeface="Arial" panose="020B0604020202020204" pitchFamily="34" charset="0"/>
              <a:buNone/>
              <a:defRPr lang="en-US" sz="1200" b="0" kern="1200" spc="0" baseline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600" dirty="0">
                <a:solidFill>
                  <a:schemeClr val="tx1"/>
                </a:solidFill>
              </a:defRPr>
            </a:lvl3pPr>
            <a:lvl4pPr>
              <a:defRPr lang="en-US" sz="1400" dirty="0">
                <a:solidFill>
                  <a:schemeClr val="tx1"/>
                </a:solidFill>
              </a:defRPr>
            </a:lvl4pPr>
            <a:lvl5pPr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pulvinar </a:t>
            </a:r>
            <a:r>
              <a:rPr lang="en-US" err="1"/>
              <a:t>vestib</a:t>
            </a:r>
            <a:r>
              <a:rPr lang="en-US"/>
              <a:t> </a:t>
            </a:r>
            <a:r>
              <a:rPr lang="en-US" err="1"/>
              <a:t>ulum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ac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enim</a:t>
            </a:r>
            <a:endParaRPr lang="en-US"/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Maecenas ac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placerat</a:t>
            </a:r>
            <a:r>
              <a:rPr lang="en-US"/>
              <a:t> eros </a:t>
            </a:r>
            <a:r>
              <a:rPr lang="en-US" err="1"/>
              <a:t>quis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ante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ac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05A8A586-89DB-F2A0-A25E-A9824C55D0D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38896" y="1348899"/>
            <a:ext cx="3192272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A89AE55-9D33-CD77-F9C3-BECE1866B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8896" y="1865553"/>
            <a:ext cx="3192272" cy="2003625"/>
          </a:xfrm>
        </p:spPr>
        <p:txBody>
          <a:bodyPr vert="horz" wrap="square" lIns="0" tIns="0" rIns="0" bIns="0" rtlCol="0">
            <a:spAutoFit/>
          </a:bodyPr>
          <a:lstStyle>
            <a:lvl1pPr marL="171450" indent="-171450">
              <a:spcAft>
                <a:spcPts val="1200"/>
              </a:spcAft>
              <a:buClr>
                <a:schemeClr val="accent5"/>
              </a:buClr>
              <a:buFont typeface="Arial" panose="020B0604020202020204" pitchFamily="34" charset="0"/>
              <a:buNone/>
              <a:defRPr lang="en-US" sz="1200" b="0" kern="1200" spc="0" baseline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600" dirty="0">
                <a:solidFill>
                  <a:schemeClr val="tx1"/>
                </a:solidFill>
              </a:defRPr>
            </a:lvl3pPr>
            <a:lvl4pPr>
              <a:defRPr lang="en-US" sz="1400" dirty="0">
                <a:solidFill>
                  <a:schemeClr val="tx1"/>
                </a:solidFill>
              </a:defRPr>
            </a:lvl4pPr>
            <a:lvl5pPr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pulvinar </a:t>
            </a:r>
            <a:r>
              <a:rPr lang="en-US" err="1"/>
              <a:t>vestib</a:t>
            </a:r>
            <a:r>
              <a:rPr lang="en-US"/>
              <a:t> </a:t>
            </a:r>
            <a:r>
              <a:rPr lang="en-US" err="1"/>
              <a:t>ulum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 err="1"/>
              <a:t>Nullam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ac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enim</a:t>
            </a:r>
            <a:endParaRPr lang="en-US"/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Maecenas ac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placerat</a:t>
            </a:r>
            <a:r>
              <a:rPr lang="en-US"/>
              <a:t> eros </a:t>
            </a:r>
            <a:r>
              <a:rPr lang="en-US" err="1"/>
              <a:t>quis</a:t>
            </a:r>
            <a:r>
              <a:rPr lang="en-US"/>
              <a:t>, </a:t>
            </a:r>
            <a:r>
              <a:rPr lang="en-US" err="1"/>
              <a:t>viverra</a:t>
            </a:r>
            <a:r>
              <a:rPr lang="en-US"/>
              <a:t> ante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ac</a:t>
            </a:r>
          </a:p>
        </p:txBody>
      </p:sp>
    </p:spTree>
    <p:extLst>
      <p:ext uri="{BB962C8B-B14F-4D97-AF65-F5344CB8AC3E}">
        <p14:creationId xmlns:p14="http://schemas.microsoft.com/office/powerpoint/2010/main" val="92318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locks/numbere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8826D79E-CB8D-165C-0D68-F3E5C5E9CC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0677" y="1348899"/>
            <a:ext cx="5212080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8E184E3-7039-2F3B-7052-3F8D7F797F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677" y="422028"/>
            <a:ext cx="11018520" cy="6155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A709462-CC7A-7216-665A-8F67877386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2509" y="1856261"/>
            <a:ext cx="3033572" cy="73866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 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A64C7BF2-E0AA-D199-4DA3-58E1CFC471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0120" y="1856261"/>
            <a:ext cx="402336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1166DFB-753A-2AA8-D689-DD07243858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12509" y="3044981"/>
            <a:ext cx="3033572" cy="73866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 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A8B13D9-D6BA-71A9-80C3-2F6C656287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0120" y="3044981"/>
            <a:ext cx="402336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DD80B91-75AA-F6C5-1B71-7D473EDE1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12509" y="4233701"/>
            <a:ext cx="3033572" cy="73866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 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B1813279-2333-2F55-B8C1-B76C711F75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60120" y="4233701"/>
            <a:ext cx="402336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4A640FC-3330-1E95-7A1A-BB14E41FAC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82757" y="1856261"/>
            <a:ext cx="3033572" cy="73866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 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28947C6-5F15-95D2-5DB1-D54FDF5260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30368" y="1856261"/>
            <a:ext cx="402336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A4E51C0-C5F0-63E2-BFBE-2B570B51C7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82757" y="3044981"/>
            <a:ext cx="3033572" cy="73866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05733C3-69AA-EE4C-1F36-F47F7419FC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30368" y="3044981"/>
            <a:ext cx="402336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6281E7D-9DDA-82A2-0B62-23B9C35B6C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82757" y="4233701"/>
            <a:ext cx="3033572" cy="73866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 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A790DE7-D58A-DAC3-A6DA-D8B8923A29E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30368" y="4233701"/>
            <a:ext cx="402336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501119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locks text with subhea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and black curved object&#10;&#10;Description automatically generated">
            <a:extLst>
              <a:ext uri="{FF2B5EF4-FFF2-40B4-BE49-F238E27FC236}">
                <a16:creationId xmlns:a16="http://schemas.microsoft.com/office/drawing/2014/main" id="{FBE45E74-78B5-9BE4-638A-B095DF0EB3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713721" y="1706847"/>
            <a:ext cx="6858001" cy="3430560"/>
          </a:xfrm>
          <a:prstGeom prst="rect">
            <a:avLst/>
          </a:prstGeom>
          <a:effectLst>
            <a:outerShdw blurRad="952500" dist="444500" dir="540000" algn="r" rotWithShape="0">
              <a:schemeClr val="accent2">
                <a:alpha val="20000"/>
              </a:schemeClr>
            </a:outerShdw>
          </a:effectLst>
        </p:spPr>
      </p:pic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B7F8F03D-8454-4767-E458-BF93C976CB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3543" y="1829625"/>
            <a:ext cx="3192272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C888422-F7CD-FCF1-DEFA-ABEB4D699D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3543" y="2328943"/>
            <a:ext cx="3205796" cy="73866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con </a:t>
            </a:r>
            <a:r>
              <a:rPr lang="en-US" err="1"/>
              <a:t>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3ACED0D3-C5CD-8664-E695-2F236B6A0B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83543" y="3683545"/>
            <a:ext cx="3192272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AE224D2-3466-9146-EE6E-BA67BED0D1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83543" y="4182863"/>
            <a:ext cx="3205796" cy="73866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con </a:t>
            </a:r>
            <a:r>
              <a:rPr lang="en-US" err="1"/>
              <a:t>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26B0340-D163-DC5F-8A43-6B2FABDB02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11481" y="1829625"/>
            <a:ext cx="3192272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98B6839-2B15-691F-F547-8CEB738ECA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11481" y="2328943"/>
            <a:ext cx="3205796" cy="73866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con </a:t>
            </a:r>
            <a:r>
              <a:rPr lang="en-US" err="1"/>
              <a:t>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9204744-C252-06A4-7593-B29BB49262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1481" y="3683545"/>
            <a:ext cx="3192272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CCD511-7E08-DA5E-8D35-3B3B0CFDD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11481" y="4182863"/>
            <a:ext cx="3205796" cy="73866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con </a:t>
            </a:r>
            <a:r>
              <a:rPr lang="en-US" err="1"/>
              <a:t>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</a:t>
            </a:r>
          </a:p>
        </p:txBody>
      </p:sp>
    </p:spTree>
    <p:extLst>
      <p:ext uri="{BB962C8B-B14F-4D97-AF65-F5344CB8AC3E}">
        <p14:creationId xmlns:p14="http://schemas.microsoft.com/office/powerpoint/2010/main" val="18254995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FD1BCC-0F9D-AF5E-1C88-8EAE54A66959}"/>
              </a:ext>
            </a:extLst>
          </p:cNvPr>
          <p:cNvCxnSpPr>
            <a:cxnSpLocks/>
          </p:cNvCxnSpPr>
          <p:nvPr userDrawn="1"/>
        </p:nvCxnSpPr>
        <p:spPr>
          <a:xfrm>
            <a:off x="605875" y="3601532"/>
            <a:ext cx="0" cy="420453"/>
          </a:xfrm>
          <a:prstGeom prst="line">
            <a:avLst/>
          </a:prstGeom>
          <a:ln w="25400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60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4FADE2-23F8-9F39-6839-881A763295B8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2575" y="3182145"/>
            <a:ext cx="0" cy="419387"/>
          </a:xfrm>
          <a:prstGeom prst="line">
            <a:avLst/>
          </a:prstGeom>
          <a:ln w="25400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60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4B0DDF4-CE98-EC3A-F405-EB0A34DD6C39}"/>
              </a:ext>
            </a:extLst>
          </p:cNvPr>
          <p:cNvCxnSpPr>
            <a:cxnSpLocks/>
          </p:cNvCxnSpPr>
          <p:nvPr userDrawn="1"/>
        </p:nvCxnSpPr>
        <p:spPr>
          <a:xfrm>
            <a:off x="6200225" y="3601532"/>
            <a:ext cx="0" cy="420453"/>
          </a:xfrm>
          <a:prstGeom prst="line">
            <a:avLst/>
          </a:prstGeom>
          <a:ln w="25400">
            <a:gradFill>
              <a:gsLst>
                <a:gs pos="0">
                  <a:srgbClr val="BA55D2"/>
                </a:gs>
                <a:gs pos="100000">
                  <a:schemeClr val="accent1"/>
                </a:gs>
              </a:gsLst>
              <a:lin ang="60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C4BCC9-53C8-2824-B4C9-A11739B3743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0575" y="3182145"/>
            <a:ext cx="0" cy="419387"/>
          </a:xfrm>
          <a:prstGeom prst="line">
            <a:avLst/>
          </a:prstGeom>
          <a:ln w="25400">
            <a:gradFill>
              <a:gsLst>
                <a:gs pos="0">
                  <a:srgbClr val="9045D2"/>
                </a:gs>
                <a:gs pos="100000">
                  <a:schemeClr val="accent1"/>
                </a:gs>
              </a:gsLst>
              <a:lin ang="60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3A7EF711-B0F9-7083-7452-D785B4A583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676" y="422028"/>
            <a:ext cx="11060492" cy="5539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50E1CEF6-707A-EFC5-F27E-50FFC36154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4216771"/>
            <a:ext cx="1980245" cy="24622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3FA9E516-4C4F-C741-F706-D2DAEBE0D6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0" y="4700279"/>
            <a:ext cx="2066010" cy="55399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con </a:t>
            </a:r>
            <a:r>
              <a:rPr lang="en-US" err="1"/>
              <a:t>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3BD9595-6313-1C37-51E1-8F1A898E4F7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601532"/>
            <a:ext cx="12192000" cy="0"/>
          </a:xfrm>
          <a:prstGeom prst="line">
            <a:avLst/>
          </a:prstGeom>
          <a:ln w="25400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60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082EC1A1-390B-01D3-CF3F-CDF4FD3950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88383" y="1918832"/>
            <a:ext cx="1980245" cy="24622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3BCAC-DDFD-044D-E184-49861CEB0C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88383" y="2404807"/>
            <a:ext cx="2090265" cy="55399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con </a:t>
            </a:r>
            <a:r>
              <a:rPr lang="en-US" err="1"/>
              <a:t>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541B516-BD4F-1DF3-B4EE-F1960CC388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3727" y="4216771"/>
            <a:ext cx="1980245" cy="24622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6B5817D-8512-674B-B0FE-3DAC9F9BEA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3727" y="4700279"/>
            <a:ext cx="2066010" cy="55399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con </a:t>
            </a:r>
            <a:r>
              <a:rPr lang="en-US" err="1"/>
              <a:t>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489B5AB5-73C5-BEF7-17B6-A8D96BF37C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77910" y="1918832"/>
            <a:ext cx="1980245" cy="24622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725D3F69-D438-AB21-076D-162A8AC894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77910" y="2404807"/>
            <a:ext cx="2090264" cy="55399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con </a:t>
            </a:r>
            <a:r>
              <a:rPr lang="en-US" err="1"/>
              <a:t>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59A251B-8695-D58C-ACC4-DB2086A0098C}"/>
              </a:ext>
            </a:extLst>
          </p:cNvPr>
          <p:cNvSpPr/>
          <p:nvPr userDrawn="1"/>
        </p:nvSpPr>
        <p:spPr bwMode="auto">
          <a:xfrm>
            <a:off x="568984" y="4016850"/>
            <a:ext cx="73782" cy="73782"/>
          </a:xfrm>
          <a:prstGeom prst="ellipse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D1F9BA1-5CD1-8C93-6FF0-198B0C2567AE}"/>
              </a:ext>
            </a:extLst>
          </p:cNvPr>
          <p:cNvSpPr/>
          <p:nvPr userDrawn="1"/>
        </p:nvSpPr>
        <p:spPr bwMode="auto">
          <a:xfrm>
            <a:off x="6163334" y="4016850"/>
            <a:ext cx="73782" cy="73782"/>
          </a:xfrm>
          <a:prstGeom prst="ellipse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6485D0C-B2D3-9EC8-B5C0-A72259444BAD}"/>
              </a:ext>
            </a:extLst>
          </p:cNvPr>
          <p:cNvSpPr/>
          <p:nvPr userDrawn="1"/>
        </p:nvSpPr>
        <p:spPr bwMode="auto">
          <a:xfrm>
            <a:off x="3375684" y="3114587"/>
            <a:ext cx="73782" cy="73782"/>
          </a:xfrm>
          <a:prstGeom prst="ellipse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719C314-25E3-490C-D5E7-4ACE80AB8AAA}"/>
              </a:ext>
            </a:extLst>
          </p:cNvPr>
          <p:cNvSpPr/>
          <p:nvPr userDrawn="1"/>
        </p:nvSpPr>
        <p:spPr bwMode="auto">
          <a:xfrm>
            <a:off x="8963684" y="3114587"/>
            <a:ext cx="73782" cy="73782"/>
          </a:xfrm>
          <a:prstGeom prst="ellipse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3806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  <p:bldP spid="36" grpId="0" animBg="1"/>
      <p:bldP spid="37" grpId="0" animBg="1"/>
      <p:bldP spid="38" grpId="0" animBg="1"/>
    </p:bldLst>
  </p:timing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FD1BCC-0F9D-AF5E-1C88-8EAE54A66959}"/>
              </a:ext>
            </a:extLst>
          </p:cNvPr>
          <p:cNvCxnSpPr>
            <a:cxnSpLocks/>
          </p:cNvCxnSpPr>
          <p:nvPr userDrawn="1"/>
        </p:nvCxnSpPr>
        <p:spPr>
          <a:xfrm>
            <a:off x="605875" y="1779608"/>
            <a:ext cx="0" cy="661840"/>
          </a:xfrm>
          <a:prstGeom prst="line">
            <a:avLst/>
          </a:prstGeom>
          <a:ln w="25400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60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07A7067-8802-C81D-AAD9-366188ED1826}"/>
              </a:ext>
            </a:extLst>
          </p:cNvPr>
          <p:cNvCxnSpPr>
            <a:cxnSpLocks/>
          </p:cNvCxnSpPr>
          <p:nvPr userDrawn="1"/>
        </p:nvCxnSpPr>
        <p:spPr>
          <a:xfrm>
            <a:off x="4536525" y="1779608"/>
            <a:ext cx="0" cy="661840"/>
          </a:xfrm>
          <a:prstGeom prst="line">
            <a:avLst/>
          </a:prstGeom>
          <a:ln w="25400">
            <a:gradFill>
              <a:gsLst>
                <a:gs pos="0">
                  <a:srgbClr val="CD5CD0"/>
                </a:gs>
                <a:gs pos="100000">
                  <a:schemeClr val="accent1"/>
                </a:gs>
              </a:gsLst>
              <a:lin ang="60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B9B8352-EC41-2630-260D-A64D5102AFC1}"/>
              </a:ext>
            </a:extLst>
          </p:cNvPr>
          <p:cNvCxnSpPr>
            <a:cxnSpLocks/>
          </p:cNvCxnSpPr>
          <p:nvPr userDrawn="1"/>
        </p:nvCxnSpPr>
        <p:spPr>
          <a:xfrm>
            <a:off x="8460825" y="1779608"/>
            <a:ext cx="0" cy="661840"/>
          </a:xfrm>
          <a:prstGeom prst="line">
            <a:avLst/>
          </a:prstGeom>
          <a:ln w="25400">
            <a:gradFill>
              <a:gsLst>
                <a:gs pos="0">
                  <a:srgbClr val="9948D2"/>
                </a:gs>
                <a:gs pos="100000">
                  <a:schemeClr val="accent1"/>
                </a:gs>
              </a:gsLst>
              <a:lin ang="60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3A7EF711-B0F9-7083-7452-D785B4A583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676" y="422028"/>
            <a:ext cx="11060492" cy="5539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50E1CEF6-707A-EFC5-F27E-50FFC36154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0677" y="2637221"/>
            <a:ext cx="3192272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DA7F916-F459-E8B8-E948-2E236ED6A9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32248" y="2637221"/>
            <a:ext cx="3192272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48F42A90-3316-BCBB-9157-4439D49DAF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00214" y="2637221"/>
            <a:ext cx="3192272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3FA9E516-4C4F-C741-F706-D2DAEBE0D6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0677" y="3150364"/>
            <a:ext cx="3205796" cy="73866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con </a:t>
            </a:r>
            <a:r>
              <a:rPr lang="en-US" err="1"/>
              <a:t>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EF16323-6D2E-1AA8-778C-053FDF9F75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00214" y="3150364"/>
            <a:ext cx="3205796" cy="73866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con </a:t>
            </a:r>
            <a:r>
              <a:rPr lang="en-US" err="1"/>
              <a:t>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9EDCB6A-52FD-96F2-B7AA-61FE581128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32248" y="3150364"/>
            <a:ext cx="3205796" cy="73866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>
                <a:solidFill>
                  <a:schemeClr val="tx1"/>
                </a:solidFill>
              </a:defRPr>
            </a:lvl3pPr>
            <a:lvl4pPr marL="652462" indent="0"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con </a:t>
            </a:r>
            <a:r>
              <a:rPr lang="en-US" err="1"/>
              <a:t>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3BD9595-6313-1C37-51E1-8F1A898E4F7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779608"/>
            <a:ext cx="12192000" cy="0"/>
          </a:xfrm>
          <a:prstGeom prst="line">
            <a:avLst/>
          </a:prstGeom>
          <a:ln w="25400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60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0265546-215A-1FD8-832B-0E0E245E82C4}"/>
              </a:ext>
            </a:extLst>
          </p:cNvPr>
          <p:cNvSpPr/>
          <p:nvPr userDrawn="1"/>
        </p:nvSpPr>
        <p:spPr bwMode="auto">
          <a:xfrm>
            <a:off x="568984" y="2441449"/>
            <a:ext cx="73782" cy="73782"/>
          </a:xfrm>
          <a:prstGeom prst="ellipse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12C4E52-73D7-11AE-6CEE-2A9E2E3A3E63}"/>
              </a:ext>
            </a:extLst>
          </p:cNvPr>
          <p:cNvSpPr/>
          <p:nvPr userDrawn="1"/>
        </p:nvSpPr>
        <p:spPr bwMode="auto">
          <a:xfrm>
            <a:off x="4499634" y="2441449"/>
            <a:ext cx="73782" cy="73782"/>
          </a:xfrm>
          <a:prstGeom prst="ellipse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4356655-7E31-7EFB-3F9E-6147EC2BCD5E}"/>
              </a:ext>
            </a:extLst>
          </p:cNvPr>
          <p:cNvSpPr/>
          <p:nvPr userDrawn="1"/>
        </p:nvSpPr>
        <p:spPr bwMode="auto">
          <a:xfrm>
            <a:off x="8423934" y="2441449"/>
            <a:ext cx="73782" cy="73782"/>
          </a:xfrm>
          <a:prstGeom prst="ellipse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6273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8" grpId="0" animBg="1"/>
      <p:bldP spid="32" grpId="0" animBg="1"/>
    </p:bldLst>
  </p:timing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text/image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257E40E-205B-C109-04B9-EF508F0DD0C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ltGray">
          <a:xfrm>
            <a:off x="6091937" y="0"/>
            <a:ext cx="6100062" cy="6858000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200" b="0" kern="1200" spc="0" baseline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Drag &amp; drop your photo here or </a:t>
            </a:r>
            <a:br>
              <a:rPr lang="en-US"/>
            </a:br>
            <a:r>
              <a:rPr lang="en-US"/>
              <a:t>click or tap icon below to insert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7E9B776-182E-0348-2AFB-347C82C5B2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2005320"/>
            <a:ext cx="4158362" cy="1231106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9F4D9FE-8334-7CCD-94BA-0B23619EB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3483575"/>
            <a:ext cx="4162425" cy="553998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259FB8-4B54-B09E-F9A4-D2926CA10F43}"/>
              </a:ext>
            </a:extLst>
          </p:cNvPr>
          <p:cNvCxnSpPr>
            <a:cxnSpLocks/>
          </p:cNvCxnSpPr>
          <p:nvPr userDrawn="1"/>
        </p:nvCxnSpPr>
        <p:spPr>
          <a:xfrm>
            <a:off x="6096000" y="0"/>
            <a:ext cx="0" cy="6858000"/>
          </a:xfrm>
          <a:prstGeom prst="line">
            <a:avLst/>
          </a:prstGeom>
          <a:ln w="25400" cap="flat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60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029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2 images/text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6A4747B-D734-7810-D4B5-3BFAB0B0B53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6234476" y="2025650"/>
            <a:ext cx="5367528" cy="3474720"/>
          </a:xfrm>
          <a:solidFill>
            <a:schemeClr val="tx2"/>
          </a:solidFill>
        </p:spPr>
        <p:txBody>
          <a:bodyPr lIns="0" tIns="0" rIns="0" bIns="73152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200" b="0" kern="1200" spc="0" baseline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Drag &amp; drop your photo here or </a:t>
            </a:r>
            <a:br>
              <a:rPr lang="en-US"/>
            </a:br>
            <a:r>
              <a:rPr lang="en-US"/>
              <a:t>click or tap icon below to insert</a:t>
            </a:r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78A5105-3CCF-A09E-B640-5A33F21209E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82613" y="2025650"/>
            <a:ext cx="5367528" cy="3474720"/>
          </a:xfrm>
          <a:solidFill>
            <a:schemeClr val="tx2"/>
          </a:solidFill>
        </p:spPr>
        <p:txBody>
          <a:bodyPr lIns="0" tIns="0" rIns="0" bIns="73152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200" b="0" kern="1200" spc="0" baseline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Drag &amp; drop your photo here or </a:t>
            </a:r>
            <a:br>
              <a:rPr lang="en-US"/>
            </a:br>
            <a:r>
              <a:rPr lang="en-US"/>
              <a:t>click or tap icon below 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199" y="5734570"/>
            <a:ext cx="5367528" cy="18466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1860" y="5734570"/>
            <a:ext cx="5367528" cy="18466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D7E4874-D1C9-C9B9-79B5-1753583051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612" y="990597"/>
            <a:ext cx="11024171" cy="55399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22229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312" userDrawn="1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3 images/text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CFC1792-2EA4-BCAE-5FF7-863CF21590E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8124235" y="2025650"/>
            <a:ext cx="3474720" cy="3474720"/>
          </a:xfrm>
          <a:solidFill>
            <a:schemeClr val="tx2"/>
          </a:solidFill>
        </p:spPr>
        <p:txBody>
          <a:bodyPr vert="horz" wrap="square" lIns="0" tIns="0" rIns="0" bIns="731520" rtlCol="0" anchor="ctr" anchorCtr="0">
            <a:noAutofit/>
          </a:bodyPr>
          <a:lstStyle>
            <a:lvl1pPr>
              <a:defRPr lang="en-US" sz="1200" b="0" dirty="0">
                <a:solidFill>
                  <a:schemeClr val="bg1"/>
                </a:solidFill>
              </a:defRPr>
            </a:lvl1pPr>
          </a:lstStyle>
          <a:p>
            <a:pPr lvl="0" algn="ctr">
              <a:buClrTx/>
              <a:buFont typeface="Wingdings" panose="05000000000000000000" pitchFamily="2" charset="2"/>
            </a:pPr>
            <a:r>
              <a:rPr lang="en-US"/>
              <a:t>Drag &amp; drop your photo here or </a:t>
            </a:r>
            <a:br>
              <a:rPr lang="en-US"/>
            </a:br>
            <a:r>
              <a:rPr lang="en-US"/>
              <a:t>click or tap icon below to insert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6333BBC-B599-5A55-993C-3B34D9C7365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353424" y="2025650"/>
            <a:ext cx="3474720" cy="3474720"/>
          </a:xfrm>
          <a:solidFill>
            <a:schemeClr val="tx2"/>
          </a:solidFill>
        </p:spPr>
        <p:txBody>
          <a:bodyPr vert="horz" wrap="square" lIns="0" tIns="0" rIns="0" bIns="731520" rtlCol="0" anchor="ctr" anchorCtr="0">
            <a:noAutofit/>
          </a:bodyPr>
          <a:lstStyle>
            <a:lvl1pPr>
              <a:defRPr lang="en-US" sz="1200" b="0" dirty="0">
                <a:solidFill>
                  <a:schemeClr val="bg1"/>
                </a:solidFill>
              </a:defRPr>
            </a:lvl1pPr>
          </a:lstStyle>
          <a:p>
            <a:pPr lvl="0" algn="ctr">
              <a:buClrTx/>
              <a:buFont typeface="Wingdings" panose="05000000000000000000" pitchFamily="2" charset="2"/>
            </a:pPr>
            <a:r>
              <a:rPr lang="en-US"/>
              <a:t>Drag &amp; drop your photo here or </a:t>
            </a:r>
            <a:br>
              <a:rPr lang="en-US"/>
            </a:br>
            <a:r>
              <a:rPr lang="en-US"/>
              <a:t>click or tap icon below to insert</a:t>
            </a:r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36EA108-7148-2426-32E9-A17AC733314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82613" y="2025650"/>
            <a:ext cx="3474720" cy="3474720"/>
          </a:xfrm>
          <a:solidFill>
            <a:schemeClr val="tx2"/>
          </a:solidFill>
        </p:spPr>
        <p:txBody>
          <a:bodyPr vert="horz" wrap="square" lIns="0" tIns="0" rIns="0" bIns="731520" rtlCol="0" anchor="ctr" anchorCtr="0">
            <a:noAutofit/>
          </a:bodyPr>
          <a:lstStyle>
            <a:lvl1pPr>
              <a:defRPr lang="en-US" sz="1200" b="0">
                <a:solidFill>
                  <a:schemeClr val="bg1"/>
                </a:solidFill>
              </a:defRPr>
            </a:lvl1pPr>
          </a:lstStyle>
          <a:p>
            <a:pPr lvl="0" algn="ctr">
              <a:buClrTx/>
              <a:buFont typeface="Wingdings" panose="05000000000000000000" pitchFamily="2" charset="2"/>
            </a:pPr>
            <a:r>
              <a:rPr lang="en-US"/>
              <a:t>Drag &amp; drop your photo here or </a:t>
            </a:r>
            <a:br>
              <a:rPr lang="en-US"/>
            </a:br>
            <a:r>
              <a:rPr lang="en-US"/>
              <a:t>click or tap icon below 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2613" y="5738778"/>
            <a:ext cx="3475037" cy="18466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8640" y="5738778"/>
            <a:ext cx="3475037" cy="18466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34351" y="5738778"/>
            <a:ext cx="3475037" cy="18466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F3C0765-6265-0A55-A20D-B9579D1D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740" y="990597"/>
            <a:ext cx="11018520" cy="55399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515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4 images/text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1B2845E-3DA2-4F1A-B389-85980E2E88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ltGray">
          <a:xfrm>
            <a:off x="9073470" y="2312866"/>
            <a:ext cx="2532888" cy="2532888"/>
          </a:xfrm>
          <a:solidFill>
            <a:schemeClr val="tx2"/>
          </a:solidFill>
        </p:spPr>
        <p:txBody>
          <a:bodyPr lIns="0" tIns="0" rIns="0" bIns="73152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200" b="0" kern="1200" spc="0" baseline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Drag &amp; drop your photo here or </a:t>
            </a:r>
            <a:br>
              <a:rPr lang="en-US"/>
            </a:br>
            <a:r>
              <a:rPr lang="en-US"/>
              <a:t>click or tap icon below to insert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60379FD-A976-B346-90CD-B1C818FAF8C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ltGray">
          <a:xfrm>
            <a:off x="6243184" y="2312866"/>
            <a:ext cx="2532888" cy="2532888"/>
          </a:xfrm>
          <a:solidFill>
            <a:schemeClr val="tx2"/>
          </a:solidFill>
        </p:spPr>
        <p:txBody>
          <a:bodyPr lIns="0" tIns="0" rIns="0" bIns="73152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200" b="0" kern="1200" spc="0" baseline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Drag &amp; drop your photo here or </a:t>
            </a:r>
            <a:br>
              <a:rPr lang="en-US"/>
            </a:br>
            <a:r>
              <a:rPr lang="en-US"/>
              <a:t>click or tap icon below to insert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9C5B225-27EE-FEFD-5215-19A1E803B87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ltGray">
          <a:xfrm>
            <a:off x="3412899" y="2312866"/>
            <a:ext cx="2532888" cy="2532888"/>
          </a:xfrm>
          <a:solidFill>
            <a:schemeClr val="tx2"/>
          </a:solidFill>
        </p:spPr>
        <p:txBody>
          <a:bodyPr lIns="0" tIns="0" rIns="0" bIns="73152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200" b="0" kern="1200" spc="0" baseline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Drag &amp; drop your photo here or </a:t>
            </a:r>
            <a:br>
              <a:rPr lang="en-US"/>
            </a:br>
            <a:r>
              <a:rPr lang="en-US"/>
              <a:t>click or tap icon below 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2613" y="5078629"/>
            <a:ext cx="2532888" cy="36933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3908" y="5078629"/>
            <a:ext cx="2532888" cy="36933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5204" y="5078629"/>
            <a:ext cx="2532888" cy="36933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76500" y="5078629"/>
            <a:ext cx="2532888" cy="36933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40A268-23B7-7ECE-B705-1216BDDF6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740" y="990597"/>
            <a:ext cx="11018520" cy="55399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55D211D-33B2-761E-29CF-538D7FBE9D2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582613" y="2312866"/>
            <a:ext cx="2532888" cy="2532888"/>
          </a:xfrm>
          <a:solidFill>
            <a:schemeClr val="tx2"/>
          </a:solidFill>
        </p:spPr>
        <p:txBody>
          <a:bodyPr lIns="0" tIns="0" rIns="0" bIns="73152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200" b="0" kern="1200" spc="0" baseline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Drag &amp; drop your photo here or </a:t>
            </a:r>
            <a:br>
              <a:rPr lang="en-US"/>
            </a:br>
            <a:r>
              <a:rPr lang="en-US"/>
              <a:t>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3294507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righ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A2DC0C74-B530-4A2F-F307-7132AE733640}"/>
              </a:ext>
            </a:extLst>
          </p:cNvPr>
          <p:cNvGrpSpPr/>
          <p:nvPr userDrawn="1"/>
        </p:nvGrpSpPr>
        <p:grpSpPr>
          <a:xfrm>
            <a:off x="7819358" y="-1155"/>
            <a:ext cx="4372642" cy="6859155"/>
            <a:chOff x="7819360" y="-1155"/>
            <a:chExt cx="4372642" cy="6859155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BC7001F8-3F75-1536-95D6-8020557675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6577258" y="1242101"/>
              <a:ext cx="6856845" cy="4372642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FFC85E4-9C8E-D6A5-8869-FA19BC0690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7362703" y="2028703"/>
              <a:ext cx="6858000" cy="2800594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9D05AE3B-3F78-9419-A30B-82459A710C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6200000">
              <a:off x="7221100" y="1885945"/>
              <a:ext cx="6858000" cy="3083800"/>
            </a:xfrm>
            <a:prstGeom prst="rect">
              <a:avLst/>
            </a:prstGeom>
          </p:spPr>
        </p:pic>
      </p:grpSp>
      <p:sp>
        <p:nvSpPr>
          <p:cNvPr id="5" name="Title 2">
            <a:extLst>
              <a:ext uri="{FF2B5EF4-FFF2-40B4-BE49-F238E27FC236}">
                <a16:creationId xmlns:a16="http://schemas.microsoft.com/office/drawing/2014/main" id="{4E57FBE1-0B96-B01A-E10B-82264F460D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1" y="2461881"/>
            <a:ext cx="4158362" cy="125279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E87B1D5-4E73-46D1-72DE-AE7A7E8F53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1" y="3947633"/>
            <a:ext cx="4158362" cy="553998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, non </a:t>
            </a:r>
            <a:r>
              <a:rPr lang="en-US" err="1"/>
              <a:t>commodo</a:t>
            </a:r>
            <a:r>
              <a:rPr lang="en-US"/>
              <a:t> dui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diam.</a:t>
            </a: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C100D46A-2866-B193-6086-DEEB653E7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504487" y="1079344"/>
            <a:ext cx="4812073" cy="4720940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3600000" scaled="0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420DBCA-E8DD-54E0-40B0-E4C298A7E33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6632395" y="1213570"/>
            <a:ext cx="4556255" cy="4451720"/>
          </a:xfrm>
          <a:solidFill>
            <a:schemeClr val="tx2"/>
          </a:solidFill>
        </p:spPr>
        <p:txBody>
          <a:bodyPr lIns="0" tIns="0" rIns="0" bIns="73152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200" b="0" kern="1200" spc="0" baseline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Drag &amp; drop your photo here or </a:t>
            </a:r>
            <a:br>
              <a:rPr lang="en-US"/>
            </a:br>
            <a:r>
              <a:rPr lang="en-US"/>
              <a:t>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24230656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quote/imag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C21C9F-BE08-9CA9-2548-5F58509F8DC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7102334" y="1853587"/>
            <a:ext cx="3760470" cy="3760470"/>
          </a:xfrm>
          <a:solidFill>
            <a:schemeClr val="bg2"/>
          </a:solidFill>
        </p:spPr>
        <p:txBody>
          <a:bodyPr lIns="0" tIns="0" rIns="0" bIns="73152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200" b="0" kern="1200" spc="0" baseline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Drag &amp; drop your photo here or </a:t>
            </a:r>
            <a:br>
              <a:rPr lang="en-US"/>
            </a:br>
            <a:r>
              <a:rPr lang="en-US"/>
              <a:t>click or tap icon below to insert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B878651-6EA0-F1DE-DDB3-D4C07A4E59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9699" y="2696798"/>
            <a:ext cx="4451089" cy="1107996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</a:t>
            </a:r>
            <a:r>
              <a:rPr lang="en-US"/>
              <a:t> </a:t>
            </a:r>
            <a:r>
              <a:rPr lang="en-US" err="1"/>
              <a:t>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A3F807-DEFB-6026-D7BD-82284EB7FB76}"/>
              </a:ext>
            </a:extLst>
          </p:cNvPr>
          <p:cNvSpPr/>
          <p:nvPr/>
        </p:nvSpPr>
        <p:spPr>
          <a:xfrm flipH="1">
            <a:off x="570676" y="2199576"/>
            <a:ext cx="680608" cy="604267"/>
          </a:xfrm>
          <a:custGeom>
            <a:avLst/>
            <a:gdLst>
              <a:gd name="connsiteX0" fmla="*/ 393237 w 674431"/>
              <a:gd name="connsiteY0" fmla="*/ 0 h 587906"/>
              <a:gd name="connsiteX1" fmla="*/ 616089 w 674431"/>
              <a:gd name="connsiteY1" fmla="*/ 0 h 587906"/>
              <a:gd name="connsiteX2" fmla="*/ 616151 w 674431"/>
              <a:gd name="connsiteY2" fmla="*/ 0 h 587906"/>
              <a:gd name="connsiteX3" fmla="*/ 674431 w 674431"/>
              <a:gd name="connsiteY3" fmla="*/ 58280 h 587906"/>
              <a:gd name="connsiteX4" fmla="*/ 674431 w 674431"/>
              <a:gd name="connsiteY4" fmla="*/ 221738 h 587906"/>
              <a:gd name="connsiteX5" fmla="*/ 597219 w 674431"/>
              <a:gd name="connsiteY5" fmla="*/ 471750 h 587906"/>
              <a:gd name="connsiteX6" fmla="*/ 393361 w 674431"/>
              <a:gd name="connsiteY6" fmla="*/ 587630 h 587906"/>
              <a:gd name="connsiteX7" fmla="*/ 380245 w 674431"/>
              <a:gd name="connsiteY7" fmla="*/ 577174 h 587906"/>
              <a:gd name="connsiteX8" fmla="*/ 380245 w 674431"/>
              <a:gd name="connsiteY8" fmla="*/ 489011 h 587906"/>
              <a:gd name="connsiteX9" fmla="*/ 387484 w 674431"/>
              <a:gd name="connsiteY9" fmla="*/ 478865 h 587906"/>
              <a:gd name="connsiteX10" fmla="*/ 523100 w 674431"/>
              <a:gd name="connsiteY10" fmla="*/ 363541 h 587906"/>
              <a:gd name="connsiteX11" fmla="*/ 540423 w 674431"/>
              <a:gd name="connsiteY11" fmla="*/ 283112 h 587906"/>
              <a:gd name="connsiteX12" fmla="*/ 533308 w 674431"/>
              <a:gd name="connsiteY12" fmla="*/ 276306 h 587906"/>
              <a:gd name="connsiteX13" fmla="*/ 393361 w 674431"/>
              <a:gd name="connsiteY13" fmla="*/ 276306 h 587906"/>
              <a:gd name="connsiteX14" fmla="*/ 374986 w 674431"/>
              <a:gd name="connsiteY14" fmla="*/ 257931 h 587906"/>
              <a:gd name="connsiteX15" fmla="*/ 374986 w 674431"/>
              <a:gd name="connsiteY15" fmla="*/ 18251 h 587906"/>
              <a:gd name="connsiteX16" fmla="*/ 393237 w 674431"/>
              <a:gd name="connsiteY16" fmla="*/ 0 h 587906"/>
              <a:gd name="connsiteX17" fmla="*/ 58466 w 674431"/>
              <a:gd name="connsiteY17" fmla="*/ 0 h 587906"/>
              <a:gd name="connsiteX18" fmla="*/ 281070 w 674431"/>
              <a:gd name="connsiteY18" fmla="*/ 0 h 587906"/>
              <a:gd name="connsiteX19" fmla="*/ 299445 w 674431"/>
              <a:gd name="connsiteY19" fmla="*/ 18375 h 587906"/>
              <a:gd name="connsiteX20" fmla="*/ 299445 w 674431"/>
              <a:gd name="connsiteY20" fmla="*/ 221738 h 587906"/>
              <a:gd name="connsiteX21" fmla="*/ 222233 w 674431"/>
              <a:gd name="connsiteY21" fmla="*/ 471750 h 587906"/>
              <a:gd name="connsiteX22" fmla="*/ 18375 w 674431"/>
              <a:gd name="connsiteY22" fmla="*/ 587630 h 587906"/>
              <a:gd name="connsiteX23" fmla="*/ 5259 w 674431"/>
              <a:gd name="connsiteY23" fmla="*/ 577174 h 587906"/>
              <a:gd name="connsiteX24" fmla="*/ 5259 w 674431"/>
              <a:gd name="connsiteY24" fmla="*/ 489011 h 587906"/>
              <a:gd name="connsiteX25" fmla="*/ 12497 w 674431"/>
              <a:gd name="connsiteY25" fmla="*/ 478865 h 587906"/>
              <a:gd name="connsiteX26" fmla="*/ 148114 w 674431"/>
              <a:gd name="connsiteY26" fmla="*/ 363541 h 587906"/>
              <a:gd name="connsiteX27" fmla="*/ 165437 w 674431"/>
              <a:gd name="connsiteY27" fmla="*/ 283112 h 587906"/>
              <a:gd name="connsiteX28" fmla="*/ 158322 w 674431"/>
              <a:gd name="connsiteY28" fmla="*/ 276306 h 587906"/>
              <a:gd name="connsiteX29" fmla="*/ 18375 w 674431"/>
              <a:gd name="connsiteY29" fmla="*/ 276306 h 587906"/>
              <a:gd name="connsiteX30" fmla="*/ 0 w 674431"/>
              <a:gd name="connsiteY30" fmla="*/ 257931 h 587906"/>
              <a:gd name="connsiteX31" fmla="*/ 0 w 674431"/>
              <a:gd name="connsiteY31" fmla="*/ 58466 h 587906"/>
              <a:gd name="connsiteX32" fmla="*/ 58466 w 674431"/>
              <a:gd name="connsiteY32" fmla="*/ 0 h 587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74431" h="587906">
                <a:moveTo>
                  <a:pt x="393237" y="0"/>
                </a:moveTo>
                <a:lnTo>
                  <a:pt x="616089" y="0"/>
                </a:lnTo>
                <a:lnTo>
                  <a:pt x="616151" y="0"/>
                </a:lnTo>
                <a:cubicBezTo>
                  <a:pt x="648322" y="0"/>
                  <a:pt x="674431" y="26109"/>
                  <a:pt x="674431" y="58280"/>
                </a:cubicBezTo>
                <a:lnTo>
                  <a:pt x="674431" y="221738"/>
                </a:lnTo>
                <a:cubicBezTo>
                  <a:pt x="674431" y="328152"/>
                  <a:pt x="648694" y="411490"/>
                  <a:pt x="597219" y="471750"/>
                </a:cubicBezTo>
                <a:cubicBezTo>
                  <a:pt x="548157" y="529102"/>
                  <a:pt x="480225" y="567770"/>
                  <a:pt x="393361" y="587630"/>
                </a:cubicBezTo>
                <a:cubicBezTo>
                  <a:pt x="386679" y="589177"/>
                  <a:pt x="380245" y="584042"/>
                  <a:pt x="380245" y="577174"/>
                </a:cubicBezTo>
                <a:lnTo>
                  <a:pt x="380245" y="489011"/>
                </a:lnTo>
                <a:cubicBezTo>
                  <a:pt x="380245" y="484433"/>
                  <a:pt x="383153" y="480288"/>
                  <a:pt x="387484" y="478865"/>
                </a:cubicBezTo>
                <a:cubicBezTo>
                  <a:pt x="454240" y="456778"/>
                  <a:pt x="499466" y="418295"/>
                  <a:pt x="523100" y="363541"/>
                </a:cubicBezTo>
                <a:cubicBezTo>
                  <a:pt x="535969" y="335824"/>
                  <a:pt x="541784" y="309035"/>
                  <a:pt x="540423" y="283112"/>
                </a:cubicBezTo>
                <a:cubicBezTo>
                  <a:pt x="540238" y="279276"/>
                  <a:pt x="537082" y="276306"/>
                  <a:pt x="533308" y="276306"/>
                </a:cubicBezTo>
                <a:lnTo>
                  <a:pt x="393361" y="276306"/>
                </a:lnTo>
                <a:cubicBezTo>
                  <a:pt x="383215" y="276306"/>
                  <a:pt x="374986" y="268078"/>
                  <a:pt x="374986" y="257931"/>
                </a:cubicBezTo>
                <a:lnTo>
                  <a:pt x="374986" y="18251"/>
                </a:lnTo>
                <a:cubicBezTo>
                  <a:pt x="374986" y="8167"/>
                  <a:pt x="383153" y="0"/>
                  <a:pt x="393237" y="0"/>
                </a:cubicBezTo>
                <a:close/>
                <a:moveTo>
                  <a:pt x="58466" y="0"/>
                </a:moveTo>
                <a:lnTo>
                  <a:pt x="281070" y="0"/>
                </a:lnTo>
                <a:cubicBezTo>
                  <a:pt x="291216" y="0"/>
                  <a:pt x="299445" y="8229"/>
                  <a:pt x="299445" y="18375"/>
                </a:cubicBezTo>
                <a:lnTo>
                  <a:pt x="299445" y="221738"/>
                </a:lnTo>
                <a:cubicBezTo>
                  <a:pt x="299445" y="328152"/>
                  <a:pt x="273708" y="411490"/>
                  <a:pt x="222233" y="471750"/>
                </a:cubicBezTo>
                <a:cubicBezTo>
                  <a:pt x="173171" y="529102"/>
                  <a:pt x="105239" y="567770"/>
                  <a:pt x="18375" y="587630"/>
                </a:cubicBezTo>
                <a:cubicBezTo>
                  <a:pt x="11631" y="589177"/>
                  <a:pt x="5259" y="584042"/>
                  <a:pt x="5259" y="577174"/>
                </a:cubicBezTo>
                <a:lnTo>
                  <a:pt x="5259" y="489011"/>
                </a:lnTo>
                <a:cubicBezTo>
                  <a:pt x="5259" y="484433"/>
                  <a:pt x="8167" y="480288"/>
                  <a:pt x="12497" y="478865"/>
                </a:cubicBezTo>
                <a:cubicBezTo>
                  <a:pt x="79254" y="456778"/>
                  <a:pt x="124480" y="418295"/>
                  <a:pt x="148114" y="363541"/>
                </a:cubicBezTo>
                <a:cubicBezTo>
                  <a:pt x="160983" y="335824"/>
                  <a:pt x="166798" y="309035"/>
                  <a:pt x="165437" y="283112"/>
                </a:cubicBezTo>
                <a:cubicBezTo>
                  <a:pt x="165252" y="279276"/>
                  <a:pt x="162096" y="276306"/>
                  <a:pt x="158322" y="276306"/>
                </a:cubicBezTo>
                <a:lnTo>
                  <a:pt x="18375" y="276306"/>
                </a:lnTo>
                <a:cubicBezTo>
                  <a:pt x="8229" y="276306"/>
                  <a:pt x="0" y="268078"/>
                  <a:pt x="0" y="257931"/>
                </a:cubicBezTo>
                <a:lnTo>
                  <a:pt x="0" y="58466"/>
                </a:lnTo>
                <a:cubicBezTo>
                  <a:pt x="0" y="26171"/>
                  <a:pt x="26171" y="0"/>
                  <a:pt x="58466" y="0"/>
                </a:cubicBezTo>
                <a:close/>
              </a:path>
            </a:pathLst>
          </a:custGeom>
          <a:solidFill>
            <a:schemeClr val="tx1"/>
          </a:solidFill>
          <a:ln w="611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B8F6EDE-3287-C98A-2287-E97E9546E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09699" y="4036953"/>
            <a:ext cx="4451089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6A09FF7-A79C-7368-D4C6-B5CE55329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677" y="422028"/>
            <a:ext cx="11018520" cy="5539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35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hort quote/nam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B878651-6EA0-F1DE-DDB3-D4C07A4E59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9699" y="2696798"/>
            <a:ext cx="4451089" cy="1107996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</a:t>
            </a:r>
            <a:r>
              <a:rPr lang="en-US"/>
              <a:t> </a:t>
            </a:r>
            <a:r>
              <a:rPr lang="en-US" err="1"/>
              <a:t>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Donec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turpis</a:t>
            </a:r>
            <a:r>
              <a:rPr lang="en-US"/>
              <a:t> vel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A3F807-DEFB-6026-D7BD-82284EB7FB76}"/>
              </a:ext>
            </a:extLst>
          </p:cNvPr>
          <p:cNvSpPr/>
          <p:nvPr/>
        </p:nvSpPr>
        <p:spPr>
          <a:xfrm flipH="1">
            <a:off x="570676" y="2199576"/>
            <a:ext cx="680608" cy="604267"/>
          </a:xfrm>
          <a:custGeom>
            <a:avLst/>
            <a:gdLst>
              <a:gd name="connsiteX0" fmla="*/ 393237 w 674431"/>
              <a:gd name="connsiteY0" fmla="*/ 0 h 587906"/>
              <a:gd name="connsiteX1" fmla="*/ 616089 w 674431"/>
              <a:gd name="connsiteY1" fmla="*/ 0 h 587906"/>
              <a:gd name="connsiteX2" fmla="*/ 616151 w 674431"/>
              <a:gd name="connsiteY2" fmla="*/ 0 h 587906"/>
              <a:gd name="connsiteX3" fmla="*/ 674431 w 674431"/>
              <a:gd name="connsiteY3" fmla="*/ 58280 h 587906"/>
              <a:gd name="connsiteX4" fmla="*/ 674431 w 674431"/>
              <a:gd name="connsiteY4" fmla="*/ 221738 h 587906"/>
              <a:gd name="connsiteX5" fmla="*/ 597219 w 674431"/>
              <a:gd name="connsiteY5" fmla="*/ 471750 h 587906"/>
              <a:gd name="connsiteX6" fmla="*/ 393361 w 674431"/>
              <a:gd name="connsiteY6" fmla="*/ 587630 h 587906"/>
              <a:gd name="connsiteX7" fmla="*/ 380245 w 674431"/>
              <a:gd name="connsiteY7" fmla="*/ 577174 h 587906"/>
              <a:gd name="connsiteX8" fmla="*/ 380245 w 674431"/>
              <a:gd name="connsiteY8" fmla="*/ 489011 h 587906"/>
              <a:gd name="connsiteX9" fmla="*/ 387484 w 674431"/>
              <a:gd name="connsiteY9" fmla="*/ 478865 h 587906"/>
              <a:gd name="connsiteX10" fmla="*/ 523100 w 674431"/>
              <a:gd name="connsiteY10" fmla="*/ 363541 h 587906"/>
              <a:gd name="connsiteX11" fmla="*/ 540423 w 674431"/>
              <a:gd name="connsiteY11" fmla="*/ 283112 h 587906"/>
              <a:gd name="connsiteX12" fmla="*/ 533308 w 674431"/>
              <a:gd name="connsiteY12" fmla="*/ 276306 h 587906"/>
              <a:gd name="connsiteX13" fmla="*/ 393361 w 674431"/>
              <a:gd name="connsiteY13" fmla="*/ 276306 h 587906"/>
              <a:gd name="connsiteX14" fmla="*/ 374986 w 674431"/>
              <a:gd name="connsiteY14" fmla="*/ 257931 h 587906"/>
              <a:gd name="connsiteX15" fmla="*/ 374986 w 674431"/>
              <a:gd name="connsiteY15" fmla="*/ 18251 h 587906"/>
              <a:gd name="connsiteX16" fmla="*/ 393237 w 674431"/>
              <a:gd name="connsiteY16" fmla="*/ 0 h 587906"/>
              <a:gd name="connsiteX17" fmla="*/ 58466 w 674431"/>
              <a:gd name="connsiteY17" fmla="*/ 0 h 587906"/>
              <a:gd name="connsiteX18" fmla="*/ 281070 w 674431"/>
              <a:gd name="connsiteY18" fmla="*/ 0 h 587906"/>
              <a:gd name="connsiteX19" fmla="*/ 299445 w 674431"/>
              <a:gd name="connsiteY19" fmla="*/ 18375 h 587906"/>
              <a:gd name="connsiteX20" fmla="*/ 299445 w 674431"/>
              <a:gd name="connsiteY20" fmla="*/ 221738 h 587906"/>
              <a:gd name="connsiteX21" fmla="*/ 222233 w 674431"/>
              <a:gd name="connsiteY21" fmla="*/ 471750 h 587906"/>
              <a:gd name="connsiteX22" fmla="*/ 18375 w 674431"/>
              <a:gd name="connsiteY22" fmla="*/ 587630 h 587906"/>
              <a:gd name="connsiteX23" fmla="*/ 5259 w 674431"/>
              <a:gd name="connsiteY23" fmla="*/ 577174 h 587906"/>
              <a:gd name="connsiteX24" fmla="*/ 5259 w 674431"/>
              <a:gd name="connsiteY24" fmla="*/ 489011 h 587906"/>
              <a:gd name="connsiteX25" fmla="*/ 12497 w 674431"/>
              <a:gd name="connsiteY25" fmla="*/ 478865 h 587906"/>
              <a:gd name="connsiteX26" fmla="*/ 148114 w 674431"/>
              <a:gd name="connsiteY26" fmla="*/ 363541 h 587906"/>
              <a:gd name="connsiteX27" fmla="*/ 165437 w 674431"/>
              <a:gd name="connsiteY27" fmla="*/ 283112 h 587906"/>
              <a:gd name="connsiteX28" fmla="*/ 158322 w 674431"/>
              <a:gd name="connsiteY28" fmla="*/ 276306 h 587906"/>
              <a:gd name="connsiteX29" fmla="*/ 18375 w 674431"/>
              <a:gd name="connsiteY29" fmla="*/ 276306 h 587906"/>
              <a:gd name="connsiteX30" fmla="*/ 0 w 674431"/>
              <a:gd name="connsiteY30" fmla="*/ 257931 h 587906"/>
              <a:gd name="connsiteX31" fmla="*/ 0 w 674431"/>
              <a:gd name="connsiteY31" fmla="*/ 58466 h 587906"/>
              <a:gd name="connsiteX32" fmla="*/ 58466 w 674431"/>
              <a:gd name="connsiteY32" fmla="*/ 0 h 587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74431" h="587906">
                <a:moveTo>
                  <a:pt x="393237" y="0"/>
                </a:moveTo>
                <a:lnTo>
                  <a:pt x="616089" y="0"/>
                </a:lnTo>
                <a:lnTo>
                  <a:pt x="616151" y="0"/>
                </a:lnTo>
                <a:cubicBezTo>
                  <a:pt x="648322" y="0"/>
                  <a:pt x="674431" y="26109"/>
                  <a:pt x="674431" y="58280"/>
                </a:cubicBezTo>
                <a:lnTo>
                  <a:pt x="674431" y="221738"/>
                </a:lnTo>
                <a:cubicBezTo>
                  <a:pt x="674431" y="328152"/>
                  <a:pt x="648694" y="411490"/>
                  <a:pt x="597219" y="471750"/>
                </a:cubicBezTo>
                <a:cubicBezTo>
                  <a:pt x="548157" y="529102"/>
                  <a:pt x="480225" y="567770"/>
                  <a:pt x="393361" y="587630"/>
                </a:cubicBezTo>
                <a:cubicBezTo>
                  <a:pt x="386679" y="589177"/>
                  <a:pt x="380245" y="584042"/>
                  <a:pt x="380245" y="577174"/>
                </a:cubicBezTo>
                <a:lnTo>
                  <a:pt x="380245" y="489011"/>
                </a:lnTo>
                <a:cubicBezTo>
                  <a:pt x="380245" y="484433"/>
                  <a:pt x="383153" y="480288"/>
                  <a:pt x="387484" y="478865"/>
                </a:cubicBezTo>
                <a:cubicBezTo>
                  <a:pt x="454240" y="456778"/>
                  <a:pt x="499466" y="418295"/>
                  <a:pt x="523100" y="363541"/>
                </a:cubicBezTo>
                <a:cubicBezTo>
                  <a:pt x="535969" y="335824"/>
                  <a:pt x="541784" y="309035"/>
                  <a:pt x="540423" y="283112"/>
                </a:cubicBezTo>
                <a:cubicBezTo>
                  <a:pt x="540238" y="279276"/>
                  <a:pt x="537082" y="276306"/>
                  <a:pt x="533308" y="276306"/>
                </a:cubicBezTo>
                <a:lnTo>
                  <a:pt x="393361" y="276306"/>
                </a:lnTo>
                <a:cubicBezTo>
                  <a:pt x="383215" y="276306"/>
                  <a:pt x="374986" y="268078"/>
                  <a:pt x="374986" y="257931"/>
                </a:cubicBezTo>
                <a:lnTo>
                  <a:pt x="374986" y="18251"/>
                </a:lnTo>
                <a:cubicBezTo>
                  <a:pt x="374986" y="8167"/>
                  <a:pt x="383153" y="0"/>
                  <a:pt x="393237" y="0"/>
                </a:cubicBezTo>
                <a:close/>
                <a:moveTo>
                  <a:pt x="58466" y="0"/>
                </a:moveTo>
                <a:lnTo>
                  <a:pt x="281070" y="0"/>
                </a:lnTo>
                <a:cubicBezTo>
                  <a:pt x="291216" y="0"/>
                  <a:pt x="299445" y="8229"/>
                  <a:pt x="299445" y="18375"/>
                </a:cubicBezTo>
                <a:lnTo>
                  <a:pt x="299445" y="221738"/>
                </a:lnTo>
                <a:cubicBezTo>
                  <a:pt x="299445" y="328152"/>
                  <a:pt x="273708" y="411490"/>
                  <a:pt x="222233" y="471750"/>
                </a:cubicBezTo>
                <a:cubicBezTo>
                  <a:pt x="173171" y="529102"/>
                  <a:pt x="105239" y="567770"/>
                  <a:pt x="18375" y="587630"/>
                </a:cubicBezTo>
                <a:cubicBezTo>
                  <a:pt x="11631" y="589177"/>
                  <a:pt x="5259" y="584042"/>
                  <a:pt x="5259" y="577174"/>
                </a:cubicBezTo>
                <a:lnTo>
                  <a:pt x="5259" y="489011"/>
                </a:lnTo>
                <a:cubicBezTo>
                  <a:pt x="5259" y="484433"/>
                  <a:pt x="8167" y="480288"/>
                  <a:pt x="12497" y="478865"/>
                </a:cubicBezTo>
                <a:cubicBezTo>
                  <a:pt x="79254" y="456778"/>
                  <a:pt x="124480" y="418295"/>
                  <a:pt x="148114" y="363541"/>
                </a:cubicBezTo>
                <a:cubicBezTo>
                  <a:pt x="160983" y="335824"/>
                  <a:pt x="166798" y="309035"/>
                  <a:pt x="165437" y="283112"/>
                </a:cubicBezTo>
                <a:cubicBezTo>
                  <a:pt x="165252" y="279276"/>
                  <a:pt x="162096" y="276306"/>
                  <a:pt x="158322" y="276306"/>
                </a:cubicBezTo>
                <a:lnTo>
                  <a:pt x="18375" y="276306"/>
                </a:lnTo>
                <a:cubicBezTo>
                  <a:pt x="8229" y="276306"/>
                  <a:pt x="0" y="268078"/>
                  <a:pt x="0" y="257931"/>
                </a:cubicBezTo>
                <a:lnTo>
                  <a:pt x="0" y="58466"/>
                </a:lnTo>
                <a:cubicBezTo>
                  <a:pt x="0" y="26171"/>
                  <a:pt x="26171" y="0"/>
                  <a:pt x="58466" y="0"/>
                </a:cubicBezTo>
                <a:close/>
              </a:path>
            </a:pathLst>
          </a:custGeom>
          <a:solidFill>
            <a:schemeClr val="tx1"/>
          </a:solidFill>
          <a:ln w="611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B8F6EDE-3287-C98A-2287-E97E9546E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09699" y="4036953"/>
            <a:ext cx="4451089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pic>
        <p:nvPicPr>
          <p:cNvPr id="2" name="Picture 1" descr="A purple dot pattern on a black background&#10;&#10;Description automatically generated">
            <a:extLst>
              <a:ext uri="{FF2B5EF4-FFF2-40B4-BE49-F238E27FC236}">
                <a16:creationId xmlns:a16="http://schemas.microsoft.com/office/drawing/2014/main" id="{C87F9B58-0572-5401-2FFB-58A875477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5066" y="63587"/>
            <a:ext cx="890693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552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 -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8F6C2C1-4D79-8383-FA3E-F915E4DAC2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2684" y="2485571"/>
            <a:ext cx="5452803" cy="1046440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ct val="85000"/>
              </a:lnSpc>
              <a:defRPr lang="en-US" sz="4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Demo:</a:t>
            </a:r>
            <a:br>
              <a:rPr lang="en-US"/>
            </a:br>
            <a:r>
              <a:rPr lang="en-US"/>
              <a:t>Demo title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F54E0FB-1146-1694-1A17-3EDD5C556B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62684" y="3774455"/>
            <a:ext cx="5452803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Speaker name or subtitle text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CE5745-4DC8-D2F5-4C87-1CD26E619F32}"/>
              </a:ext>
            </a:extLst>
          </p:cNvPr>
          <p:cNvSpPr/>
          <p:nvPr userDrawn="1"/>
        </p:nvSpPr>
        <p:spPr bwMode="auto">
          <a:xfrm>
            <a:off x="573864" y="517743"/>
            <a:ext cx="1550569" cy="1550569"/>
          </a:xfrm>
          <a:prstGeom prst="ellipse">
            <a:avLst/>
          </a:prstGeom>
          <a:solidFill>
            <a:schemeClr val="tx2"/>
          </a:solidFill>
          <a:ln w="254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3600000" scaled="0"/>
            </a:gradFill>
            <a:headEnd type="none" w="med" len="med"/>
            <a:tailEnd type="none" w="med" len="med"/>
          </a:ln>
          <a:effectLst>
            <a:outerShdw blurRad="952500" dist="444500" dir="5400000" algn="ctr" rotWithShape="0">
              <a:schemeClr val="accent5"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E207385-7503-E819-5720-41084D427027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 bwMode="ltGray">
          <a:xfrm>
            <a:off x="718931" y="662810"/>
            <a:ext cx="1260435" cy="1260435"/>
          </a:xfrm>
          <a:prstGeom prst="ellipse">
            <a:avLst/>
          </a:prstGeom>
          <a:solidFill>
            <a:schemeClr val="tx2"/>
          </a:solidFill>
        </p:spPr>
        <p:txBody>
          <a:bodyPr lIns="0" tIns="64008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800" b="0" i="0" cap="none" spc="0" baseline="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Drag &amp; drop your photo here or click or tap icon below to insert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EADA763-9B04-509A-280A-5958BE197C39}"/>
              </a:ext>
            </a:extLst>
          </p:cNvPr>
          <p:cNvGrpSpPr/>
          <p:nvPr userDrawn="1"/>
        </p:nvGrpSpPr>
        <p:grpSpPr>
          <a:xfrm rot="5400000">
            <a:off x="4970699" y="-363301"/>
            <a:ext cx="2250602" cy="12192002"/>
            <a:chOff x="7819360" y="-1155"/>
            <a:chExt cx="4372642" cy="6859155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2DE8C3C-F8AA-FE7F-3DDC-57BD82923D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6577258" y="1242101"/>
              <a:ext cx="6856845" cy="4372642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7A25C7F-12EA-9FFD-0BBC-A9FD3AA074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7362703" y="2028703"/>
              <a:ext cx="6858000" cy="2800594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7A2BE3A4-A5B0-AE11-B0F1-03E0A6DD5A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6200000">
              <a:off x="7221100" y="1885945"/>
              <a:ext cx="6858000" cy="3083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3072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 -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2E0D2-4E85-58F5-57D9-381663831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2684" y="2827024"/>
            <a:ext cx="5452803" cy="1046440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ct val="85000"/>
              </a:lnSpc>
              <a:defRPr lang="en-US" sz="4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Demo:</a:t>
            </a:r>
            <a:br>
              <a:rPr lang="en-US"/>
            </a:br>
            <a:r>
              <a:rPr lang="en-US"/>
              <a:t>Demo title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FCAD16C-4D90-5C39-E8C4-14894FE4BF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62684" y="4115908"/>
            <a:ext cx="5452803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Speaker name or subtitle text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4E7A6D9-8D07-53CA-51FC-97406C072D0B}"/>
              </a:ext>
            </a:extLst>
          </p:cNvPr>
          <p:cNvSpPr/>
          <p:nvPr userDrawn="1"/>
        </p:nvSpPr>
        <p:spPr bwMode="auto">
          <a:xfrm>
            <a:off x="573864" y="521487"/>
            <a:ext cx="1550569" cy="1550569"/>
          </a:xfrm>
          <a:prstGeom prst="ellipse">
            <a:avLst/>
          </a:prstGeom>
          <a:solidFill>
            <a:schemeClr val="tx2"/>
          </a:solidFill>
          <a:ln w="25400">
            <a:gradFill>
              <a:gsLst>
                <a:gs pos="100000">
                  <a:schemeClr val="accent5"/>
                </a:gs>
                <a:gs pos="73000">
                  <a:schemeClr val="accent2"/>
                </a:gs>
              </a:gsLst>
              <a:lin ang="4200000" scaled="0"/>
            </a:gradFill>
            <a:headEnd type="none" w="med" len="med"/>
            <a:tailEnd type="none" w="med" len="med"/>
          </a:ln>
          <a:effectLst>
            <a:outerShdw blurRad="952500" dist="444500" dir="5400000" algn="ctr" rotWithShape="0">
              <a:schemeClr val="accent5"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0ADD465-A3DF-B039-9CE6-A5914F173B0D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 bwMode="ltGray">
          <a:xfrm>
            <a:off x="718931" y="666554"/>
            <a:ext cx="1260435" cy="1260435"/>
          </a:xfrm>
          <a:prstGeom prst="ellipse">
            <a:avLst/>
          </a:prstGeom>
          <a:solidFill>
            <a:schemeClr val="tx2"/>
          </a:solidFill>
        </p:spPr>
        <p:txBody>
          <a:bodyPr lIns="0" tIns="64008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800" b="0" i="0" cap="none" spc="0" baseline="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Drag &amp; drop your photo here or click or tap icon below to insert</a:t>
            </a:r>
          </a:p>
        </p:txBody>
      </p:sp>
      <p:pic>
        <p:nvPicPr>
          <p:cNvPr id="5" name="Picture 4" descr="A purple dot pattern on a black background&#10;&#10;Description automatically generated">
            <a:extLst>
              <a:ext uri="{FF2B5EF4-FFF2-40B4-BE49-F238E27FC236}">
                <a16:creationId xmlns:a16="http://schemas.microsoft.com/office/drawing/2014/main" id="{008FE13E-51E0-0BF3-1B86-351F70E116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85066" y="-1"/>
            <a:ext cx="890693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16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text/screenshot -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A265150-0D64-E917-74B1-1ACCC1181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3808352">
            <a:off x="4969254" y="-306220"/>
            <a:ext cx="6846307" cy="7768905"/>
            <a:chOff x="2013476" y="-2486816"/>
            <a:chExt cx="11017198" cy="1148819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931D6A7-5B5D-A8DC-7DAC-EBA55AFE5167}"/>
                </a:ext>
              </a:extLst>
            </p:cNvPr>
            <p:cNvSpPr/>
            <p:nvPr/>
          </p:nvSpPr>
          <p:spPr bwMode="auto">
            <a:xfrm>
              <a:off x="4048553" y="697832"/>
              <a:ext cx="8467033" cy="6713019"/>
            </a:xfrm>
            <a:prstGeom prst="rect">
              <a:avLst/>
            </a:prstGeom>
            <a:gradFill flip="none" rotWithShape="1">
              <a:gsLst>
                <a:gs pos="100000">
                  <a:srgbClr val="051119">
                    <a:alpha val="0"/>
                  </a:srgbClr>
                </a:gs>
                <a:gs pos="0">
                  <a:schemeClr val="accent2"/>
                </a:gs>
                <a:gs pos="66000">
                  <a:srgbClr val="091F2C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12621F-7C6A-7F95-E37A-C50D2E0F0425}"/>
                </a:ext>
              </a:extLst>
            </p:cNvPr>
            <p:cNvSpPr/>
            <p:nvPr/>
          </p:nvSpPr>
          <p:spPr bwMode="auto">
            <a:xfrm>
              <a:off x="2013476" y="2559281"/>
              <a:ext cx="8232186" cy="6442094"/>
            </a:xfrm>
            <a:prstGeom prst="rect">
              <a:avLst/>
            </a:prstGeom>
            <a:gradFill flip="none" rotWithShape="1">
              <a:gsLst>
                <a:gs pos="100000">
                  <a:srgbClr val="051119">
                    <a:alpha val="0"/>
                  </a:srgbClr>
                </a:gs>
                <a:gs pos="0">
                  <a:schemeClr val="accent2"/>
                </a:gs>
                <a:gs pos="66000">
                  <a:srgbClr val="091F2C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6992EA4-E532-B4B3-54E7-3580110B8533}"/>
                </a:ext>
              </a:extLst>
            </p:cNvPr>
            <p:cNvSpPr/>
            <p:nvPr/>
          </p:nvSpPr>
          <p:spPr bwMode="auto">
            <a:xfrm>
              <a:off x="4563641" y="-2486816"/>
              <a:ext cx="8467033" cy="6713021"/>
            </a:xfrm>
            <a:prstGeom prst="rect">
              <a:avLst/>
            </a:prstGeom>
            <a:gradFill flip="none" rotWithShape="1">
              <a:gsLst>
                <a:gs pos="100000">
                  <a:srgbClr val="051119">
                    <a:alpha val="0"/>
                  </a:srgbClr>
                </a:gs>
                <a:gs pos="0">
                  <a:schemeClr val="accent2"/>
                </a:gs>
                <a:gs pos="66000">
                  <a:srgbClr val="091F2C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A3D7D98D-DC4B-4671-90CE-5791A6AD2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177016" y="1687137"/>
            <a:ext cx="6430783" cy="3747332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C6A3F06-F39E-0E7A-B941-89CAC31761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677" y="422028"/>
            <a:ext cx="11018520" cy="61555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F5941A1E-7070-D862-AC36-1521E10D46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0677" y="1410138"/>
            <a:ext cx="3573130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26174E1-2FC7-34DB-B6DB-5220C637FC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0677" y="1919714"/>
            <a:ext cx="3573130" cy="781752"/>
          </a:xfrm>
        </p:spPr>
        <p:txBody>
          <a:bodyPr vert="horz" wrap="square" lIns="0" tIns="0" rIns="0" bIns="0" rtlCol="0">
            <a:spAutoFit/>
          </a:bodyPr>
          <a:lstStyle>
            <a:lvl1pPr marL="285750" indent="-285750"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defRPr lang="en-US" sz="1200" b="0" kern="1200" spc="0" baseline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600" dirty="0">
                <a:solidFill>
                  <a:schemeClr val="tx1"/>
                </a:solidFill>
              </a:defRPr>
            </a:lvl3pPr>
            <a:lvl4pPr>
              <a:defRPr lang="en-US" sz="1400" dirty="0">
                <a:solidFill>
                  <a:schemeClr val="tx1"/>
                </a:solidFill>
              </a:defRPr>
            </a:lvl4pPr>
            <a:lvl5pPr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pPr marL="141288" marR="0" lvl="0" indent="-14128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</a:pPr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35137852-2BE2-E1DF-5F5B-FCD63E0BFB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22676" y="1831506"/>
            <a:ext cx="6140768" cy="3460500"/>
          </a:xfrm>
          <a:solidFill>
            <a:schemeClr val="tx2"/>
          </a:solidFill>
          <a:effectLst>
            <a:outerShdw blurRad="952500" dist="444500" dir="2700000" algn="ctr" rotWithShape="0">
              <a:schemeClr val="accent5">
                <a:alpha val="40000"/>
              </a:schemeClr>
            </a:outerShdw>
          </a:effectLst>
        </p:spPr>
        <p:txBody>
          <a:bodyPr vert="horz" wrap="square" lIns="731520" tIns="0" rIns="731520" bIns="1097280" rtlCol="0" anchor="ctr" anchorCtr="0">
            <a:normAutofit/>
          </a:bodyPr>
          <a:lstStyle>
            <a:lvl1pPr>
              <a:defRPr lang="en-US" sz="1400" b="0"/>
            </a:lvl1pPr>
          </a:lstStyle>
          <a:p>
            <a:pPr lvl="0" algn="ctr">
              <a:buFont typeface="Arial" panose="020B0604020202020204" pitchFamily="34" charset="0"/>
            </a:pPr>
            <a:r>
              <a:rPr lang="en-US"/>
              <a:t>Drag &amp; drop your photo here or </a:t>
            </a:r>
            <a:br>
              <a:rPr lang="en-US"/>
            </a:br>
            <a:r>
              <a:rPr lang="en-US"/>
              <a:t>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41857242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B993681-2DCD-52E7-F6BB-965B05A56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3808352">
            <a:off x="-285826" y="-2021928"/>
            <a:ext cx="11743787" cy="11119023"/>
            <a:chOff x="-171889" y="-10390269"/>
            <a:chExt cx="15197291" cy="132221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5F6769-C11A-17F0-3ED2-2596E90EA3C1}"/>
                </a:ext>
              </a:extLst>
            </p:cNvPr>
            <p:cNvSpPr/>
            <p:nvPr/>
          </p:nvSpPr>
          <p:spPr bwMode="auto">
            <a:xfrm>
              <a:off x="7020674" y="-10390269"/>
              <a:ext cx="8004728" cy="6346484"/>
            </a:xfrm>
            <a:prstGeom prst="rect">
              <a:avLst/>
            </a:prstGeom>
            <a:gradFill flip="none" rotWithShape="1">
              <a:gsLst>
                <a:gs pos="100000">
                  <a:srgbClr val="051119">
                    <a:alpha val="0"/>
                  </a:srgbClr>
                </a:gs>
                <a:gs pos="0">
                  <a:schemeClr val="accent2"/>
                </a:gs>
                <a:gs pos="66000">
                  <a:srgbClr val="091F2C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C48F087-C4BC-475F-C17E-F28E50F53CA6}"/>
                </a:ext>
              </a:extLst>
            </p:cNvPr>
            <p:cNvSpPr/>
            <p:nvPr/>
          </p:nvSpPr>
          <p:spPr bwMode="auto">
            <a:xfrm>
              <a:off x="-171889" y="-6130513"/>
              <a:ext cx="11452796" cy="8962382"/>
            </a:xfrm>
            <a:prstGeom prst="rect">
              <a:avLst/>
            </a:prstGeom>
            <a:gradFill flip="none" rotWithShape="1">
              <a:gsLst>
                <a:gs pos="100000">
                  <a:srgbClr val="051119">
                    <a:alpha val="0"/>
                  </a:srgbClr>
                </a:gs>
                <a:gs pos="0">
                  <a:schemeClr val="accent2"/>
                </a:gs>
                <a:gs pos="66000">
                  <a:srgbClr val="091F2C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4A17643A-6A86-9A01-DDF2-B07A321A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29730" y="521407"/>
            <a:ext cx="10134086" cy="5815185"/>
          </a:xfrm>
          <a:prstGeom prst="roundRect">
            <a:avLst>
              <a:gd name="adj" fmla="val 1979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5068233-F46E-B659-0799-22A45E3DA2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75732" y="656287"/>
            <a:ext cx="9840535" cy="5545426"/>
          </a:xfrm>
          <a:solidFill>
            <a:schemeClr val="tx2"/>
          </a:solidFill>
          <a:effectLst>
            <a:outerShdw blurRad="952500" dist="444500" dir="2700000" algn="ctr" rotWithShape="0">
              <a:schemeClr val="accent5">
                <a:alpha val="40000"/>
              </a:schemeClr>
            </a:outerShdw>
          </a:effectLst>
        </p:spPr>
        <p:txBody>
          <a:bodyPr vert="horz" wrap="square" lIns="731520" tIns="0" rIns="731520" bIns="1097280" rtlCol="0" anchor="ctr" anchorCtr="0">
            <a:normAutofit/>
          </a:bodyPr>
          <a:lstStyle>
            <a:lvl1pPr>
              <a:defRPr lang="en-US" sz="1400" b="0"/>
            </a:lvl1pPr>
          </a:lstStyle>
          <a:p>
            <a:pPr lvl="0" algn="ctr">
              <a:buFont typeface="Arial" panose="020B0604020202020204" pitchFamily="34" charset="0"/>
            </a:pPr>
            <a:r>
              <a:rPr lang="en-US"/>
              <a:t>Drag &amp; drop your photo here or </a:t>
            </a:r>
            <a:br>
              <a:rPr lang="en-US"/>
            </a:br>
            <a:r>
              <a:rPr lang="en-US"/>
              <a:t>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215434544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/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black sky with white dots&#10;&#10;Description automatically generated">
            <a:extLst>
              <a:ext uri="{FF2B5EF4-FFF2-40B4-BE49-F238E27FC236}">
                <a16:creationId xmlns:a16="http://schemas.microsoft.com/office/drawing/2014/main" id="{B6AD5A23-84BF-E8E3-8CC7-40FFD0C90A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350" t="12729" r="5539" b="10362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C93C182-A409-D81D-A824-FA863ED5F1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677" y="422028"/>
            <a:ext cx="3032494" cy="61555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Resources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A00537B-BFAB-0F3F-D962-48CCA500F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884304" y="1770885"/>
            <a:ext cx="4202453" cy="1033273"/>
          </a:xfrm>
          <a:prstGeom prst="roundRect">
            <a:avLst>
              <a:gd name="adj" fmla="val 10106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C322AE5-D91A-FA5F-E45F-28B6B3E06EC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56611" y="2059888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Insert link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78AE5B3-861D-C987-9A62-0FF3014E56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56611" y="2372347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777D8B3-F8DB-8A68-3409-7CF95A2F7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884304" y="2944913"/>
            <a:ext cx="4202453" cy="1033273"/>
          </a:xfrm>
          <a:prstGeom prst="roundRect">
            <a:avLst>
              <a:gd name="adj" fmla="val 10106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06B71E8-4153-C83D-9FEE-06DE3E4C767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56611" y="3233916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Insert link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707CE0D-4908-BD27-E301-0E25DBE6C2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56611" y="3546375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F7160DB-883B-841A-767D-5B0865DEF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884304" y="4118941"/>
            <a:ext cx="4202453" cy="1033273"/>
          </a:xfrm>
          <a:prstGeom prst="roundRect">
            <a:avLst>
              <a:gd name="adj" fmla="val 10106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BCB7AA6-A2A3-0B05-C0C4-D75A84BB55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56611" y="4407944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Insert link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D800FCE-5605-3585-6CD0-159CDC404E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56611" y="4720403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6DB9E62-C08F-EC1E-10EC-D2F223F87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884304" y="5296577"/>
            <a:ext cx="4202453" cy="1033273"/>
          </a:xfrm>
          <a:prstGeom prst="roundRect">
            <a:avLst>
              <a:gd name="adj" fmla="val 10106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F84689C7-6E25-1E44-7B3B-A24A23FF3E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56611" y="5585580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Insert link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2A013E1-1D6D-9328-4CB4-D470D399A43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56611" y="5898039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D9D2AE4-C491-2AAE-181F-36029543F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414741" y="1770885"/>
            <a:ext cx="4202453" cy="1033273"/>
          </a:xfrm>
          <a:prstGeom prst="roundRect">
            <a:avLst>
              <a:gd name="adj" fmla="val 10106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0E537E14-8476-FC52-ABFB-B03284D045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87048" y="2059888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Insert link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54DAE1BD-430A-F87E-CADE-A03DD8A875F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687048" y="2372347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459103E-3A0B-F07A-0FCC-068D3C6A8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414741" y="2944913"/>
            <a:ext cx="4202453" cy="1033273"/>
          </a:xfrm>
          <a:prstGeom prst="roundRect">
            <a:avLst>
              <a:gd name="adj" fmla="val 10106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CADDEF9A-C80B-ECFF-F7EB-EDA7D4BED0D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687048" y="3233916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Insert link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053C053C-A965-F3AA-0688-76A16993359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87048" y="3546375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FF6DA05-A54E-1672-10F1-7BE1E7BA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414741" y="4118941"/>
            <a:ext cx="4202453" cy="1033273"/>
          </a:xfrm>
          <a:prstGeom prst="roundRect">
            <a:avLst>
              <a:gd name="adj" fmla="val 10106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89C97020-3D53-14AF-BD3F-1C64E9E547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687048" y="4407944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Insert link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C959A75-ECB0-BA29-4D85-A313098B02A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87048" y="4720403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25E608F-744A-E961-0715-C1E543CC4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414741" y="5296577"/>
            <a:ext cx="4202453" cy="1033273"/>
          </a:xfrm>
          <a:prstGeom prst="roundRect">
            <a:avLst>
              <a:gd name="adj" fmla="val 10106"/>
            </a:avLst>
          </a:prstGeom>
          <a:solidFill>
            <a:schemeClr val="tx2"/>
          </a:solidFill>
          <a:ln w="25400" cap="flat" cmpd="sng" algn="ctr">
            <a:gradFill>
              <a:gsLst>
                <a:gs pos="0">
                  <a:schemeClr val="accent5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</a:ln>
          <a:effectLst>
            <a:outerShdw blurRad="952500" dist="444500" dir="2700000" algn="tl" rotWithShape="0">
              <a:schemeClr val="accent2">
                <a:alpha val="20000"/>
              </a:schemeClr>
            </a:outerShdw>
          </a:effectLst>
        </p:spPr>
        <p:txBody>
          <a:bodyPr rot="0" spcFirstLastPara="0" vertOverflow="overflow" horzOverflow="overflow" vert="horz" wrap="square" lIns="182856" tIns="91428" rIns="182856" bIns="14628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286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A8AC5A2A-A475-7F3B-7B13-E3A5F1ACC9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7048" y="5585580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1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Insert link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2D4F1D50-811C-39F2-9723-4D2A31EF689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87048" y="5898039"/>
            <a:ext cx="3657839" cy="153888"/>
          </a:xfr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0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purple light&#10;&#10;Description automatically generated">
            <a:extLst>
              <a:ext uri="{FF2B5EF4-FFF2-40B4-BE49-F238E27FC236}">
                <a16:creationId xmlns:a16="http://schemas.microsoft.com/office/drawing/2014/main" id="{159689C4-87FB-C51E-9DD3-5AA27A0467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46914" y="0"/>
            <a:ext cx="6945086" cy="6858000"/>
          </a:xfrm>
          <a:prstGeom prst="rect">
            <a:avLst/>
          </a:prstGeom>
        </p:spPr>
      </p:pic>
      <p:pic>
        <p:nvPicPr>
          <p:cNvPr id="3" name="Picture 2" descr="A black sky with white dots&#10;&#10;Description automatically generated">
            <a:extLst>
              <a:ext uri="{FF2B5EF4-FFF2-40B4-BE49-F238E27FC236}">
                <a16:creationId xmlns:a16="http://schemas.microsoft.com/office/drawing/2014/main" id="{8CC04F92-C1D6-D689-B243-25E85FF4A0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69E385E-6024-1898-40D5-E810CB62D4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3055052"/>
            <a:ext cx="9144000" cy="747897"/>
          </a:xfrm>
          <a:noFill/>
        </p:spPr>
        <p:txBody>
          <a:bodyPr vert="horz" wrap="square" lIns="0" tIns="0" rIns="0" bIns="0" rtlCol="0" anchor="ctr" anchorCtr="0">
            <a:spAutoFit/>
          </a:bodyPr>
          <a:lstStyle>
            <a:lvl1pPr algn="ctr">
              <a:defRPr lang="en-US" sz="5400" b="1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965948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w/b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purple light&#10;&#10;Description automatically generated">
            <a:extLst>
              <a:ext uri="{FF2B5EF4-FFF2-40B4-BE49-F238E27FC236}">
                <a16:creationId xmlns:a16="http://schemas.microsoft.com/office/drawing/2014/main" id="{159689C4-87FB-C51E-9DD3-5AA27A0467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46914" y="0"/>
            <a:ext cx="6945086" cy="6858000"/>
          </a:xfrm>
          <a:prstGeom prst="rect">
            <a:avLst/>
          </a:prstGeom>
        </p:spPr>
      </p:pic>
      <p:pic>
        <p:nvPicPr>
          <p:cNvPr id="3" name="Picture 2" descr="A black sky with white dots&#10;&#10;Description automatically generated">
            <a:extLst>
              <a:ext uri="{FF2B5EF4-FFF2-40B4-BE49-F238E27FC236}">
                <a16:creationId xmlns:a16="http://schemas.microsoft.com/office/drawing/2014/main" id="{8CC04F92-C1D6-D689-B243-25E85FF4A0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69E385E-6024-1898-40D5-E810CB62D4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3055052"/>
            <a:ext cx="9144000" cy="747897"/>
          </a:xfrm>
          <a:noFill/>
        </p:spPr>
        <p:txBody>
          <a:bodyPr vert="horz" wrap="square" lIns="0" tIns="0" rIns="0" bIns="0" rtlCol="0" anchor="ctr" anchorCtr="0">
            <a:spAutoFit/>
          </a:bodyPr>
          <a:lstStyle>
            <a:lvl1pPr algn="ctr">
              <a:defRPr lang="en-US" sz="5400" b="1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Thank you</a:t>
            </a:r>
          </a:p>
        </p:txBody>
      </p:sp>
      <p:pic>
        <p:nvPicPr>
          <p:cNvPr id="5" name="Picture 4" descr="A blue round object with black background&#10;&#10;Description automatically generated">
            <a:extLst>
              <a:ext uri="{FF2B5EF4-FFF2-40B4-BE49-F238E27FC236}">
                <a16:creationId xmlns:a16="http://schemas.microsoft.com/office/drawing/2014/main" id="{484CB2D0-7B32-BC97-AD5C-B01BDBD97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992423" y="5166710"/>
            <a:ext cx="8017967" cy="169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5961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p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purple light&#10;&#10;Description automatically generated">
            <a:extLst>
              <a:ext uri="{FF2B5EF4-FFF2-40B4-BE49-F238E27FC236}">
                <a16:creationId xmlns:a16="http://schemas.microsoft.com/office/drawing/2014/main" id="{159689C4-87FB-C51E-9DD3-5AA27A0467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46914" y="0"/>
            <a:ext cx="69450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875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494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 2">
    <p:bg>
      <p:bgPr>
        <a:gradFill flip="none" rotWithShape="1">
          <a:gsLst>
            <a:gs pos="0">
              <a:srgbClr val="1C005C"/>
            </a:gs>
            <a:gs pos="100000">
              <a:srgbClr val="060014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a purple light&#10;&#10;Description automatically generated">
            <a:extLst>
              <a:ext uri="{FF2B5EF4-FFF2-40B4-BE49-F238E27FC236}">
                <a16:creationId xmlns:a16="http://schemas.microsoft.com/office/drawing/2014/main" id="{595CCEFC-01D7-FB1A-3C81-8E195B8D00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19278" y="1561555"/>
            <a:ext cx="6945086" cy="6858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088F375-4E21-F14D-FF9C-1B7E08C279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171" y="2189877"/>
            <a:ext cx="6367270" cy="19236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600" b="1" kern="1200" cap="none" spc="0" baseline="0" dirty="0">
                <a:ln w="3175">
                  <a:noFill/>
                </a:ln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25000">
                      <a:schemeClr val="accent2"/>
                    </a:gs>
                  </a:gsLst>
                  <a:lin ang="3600000" scaled="0"/>
                  <a:tileRect/>
                </a:gra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1029BF0-5368-F2F6-C1A8-095C0A922E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613" y="4345640"/>
            <a:ext cx="5430837" cy="307777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pic>
        <p:nvPicPr>
          <p:cNvPr id="6" name="Picture 5" descr="A purple toy in the air&#10;&#10;Description automatically generated">
            <a:extLst>
              <a:ext uri="{FF2B5EF4-FFF2-40B4-BE49-F238E27FC236}">
                <a16:creationId xmlns:a16="http://schemas.microsoft.com/office/drawing/2014/main" id="{9082889B-B0B8-ACC9-C383-84CB6C0E7B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0" y="2311271"/>
            <a:ext cx="7772400" cy="437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08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robot flying over a planet&#10;&#10;Description automatically generated">
            <a:extLst>
              <a:ext uri="{FF2B5EF4-FFF2-40B4-BE49-F238E27FC236}">
                <a16:creationId xmlns:a16="http://schemas.microsoft.com/office/drawing/2014/main" id="{B52EF436-04A4-92FB-EFDF-BC42E224F7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6245" y="-8064564"/>
            <a:ext cx="7772400" cy="4371975"/>
          </a:xfrm>
          <a:prstGeom prst="rect">
            <a:avLst/>
          </a:prstGeom>
        </p:spPr>
      </p:pic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A1A9C5EE-AD9B-C973-7EC3-E784E884F5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171" y="2189877"/>
            <a:ext cx="6367270" cy="19236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600" b="1" kern="1200" cap="none" spc="0" baseline="0" dirty="0">
                <a:ln w="3175">
                  <a:noFill/>
                </a:ln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25000">
                      <a:schemeClr val="accent2"/>
                    </a:gs>
                  </a:gsLst>
                  <a:lin ang="3600000" scaled="0"/>
                  <a:tileRect/>
                </a:gra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62FB5EE-A7CB-45F1-0F33-06C38CDC6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171" y="4345640"/>
            <a:ext cx="5430837" cy="307777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pic>
        <p:nvPicPr>
          <p:cNvPr id="5" name="Picture 4" descr="A purple number on a black background&#10;&#10;Description automatically generated">
            <a:extLst>
              <a:ext uri="{FF2B5EF4-FFF2-40B4-BE49-F238E27FC236}">
                <a16:creationId xmlns:a16="http://schemas.microsoft.com/office/drawing/2014/main" id="{40524272-B837-1578-40E9-AD8D5E8DF3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04317" y="1017270"/>
            <a:ext cx="4353920" cy="482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99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pag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robot flying over a planet&#10;&#10;Description automatically generated">
            <a:extLst>
              <a:ext uri="{FF2B5EF4-FFF2-40B4-BE49-F238E27FC236}">
                <a16:creationId xmlns:a16="http://schemas.microsoft.com/office/drawing/2014/main" id="{B52EF436-04A4-92FB-EFDF-BC42E224F7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6245" y="-8064564"/>
            <a:ext cx="7772400" cy="4371975"/>
          </a:xfrm>
          <a:prstGeom prst="rect">
            <a:avLst/>
          </a:prstGeom>
        </p:spPr>
      </p:pic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A1A9C5EE-AD9B-C973-7EC3-E784E884F5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171" y="2189877"/>
            <a:ext cx="6367270" cy="19236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600" b="1" kern="1200" cap="none" spc="0" baseline="0" dirty="0">
                <a:ln w="3175">
                  <a:noFill/>
                </a:ln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25000">
                      <a:schemeClr val="accent2"/>
                    </a:gs>
                  </a:gsLst>
                  <a:lin ang="3600000" scaled="0"/>
                  <a:tileRect/>
                </a:gra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62FB5EE-A7CB-45F1-0F33-06C38CDC6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171" y="4345640"/>
            <a:ext cx="5430837" cy="27699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pic>
        <p:nvPicPr>
          <p:cNvPr id="3" name="Picture 2" descr="A cartoon character in a purple airplane&#10;&#10;Description automatically generated">
            <a:extLst>
              <a:ext uri="{FF2B5EF4-FFF2-40B4-BE49-F238E27FC236}">
                <a16:creationId xmlns:a16="http://schemas.microsoft.com/office/drawing/2014/main" id="{9614EB63-49D5-78CB-FCB0-F2A4649EDC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51017" y="3045594"/>
            <a:ext cx="5158812" cy="260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39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pag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CE840CE-CFC4-0235-B753-542578BED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225" y="2921000"/>
            <a:ext cx="5607937" cy="62783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8000" spc="-300" dirty="0"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20000">
                      <a:schemeClr val="accent2"/>
                    </a:gs>
                  </a:gsLst>
                  <a:lin ang="10800000" scaled="1"/>
                  <a:tileRect/>
                </a:gradFill>
              </a:defRPr>
            </a:lvl1pPr>
          </a:lstStyle>
          <a:p>
            <a:pPr lvl="0">
              <a:lnSpc>
                <a:spcPts val="7500"/>
              </a:lnSpc>
            </a:pPr>
            <a:r>
              <a:rPr lang="en-US"/>
              <a:t>00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3CD4778-3D54-21D5-5F8D-BA9E3A5927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613" y="3713931"/>
            <a:ext cx="5430837" cy="492443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5" name="Picture 4" descr="A cartoon toy in a blue object&#10;&#10;Description automatically generated">
            <a:extLst>
              <a:ext uri="{FF2B5EF4-FFF2-40B4-BE49-F238E27FC236}">
                <a16:creationId xmlns:a16="http://schemas.microsoft.com/office/drawing/2014/main" id="{6226F2F7-43B4-00EF-A7C3-22F7253C05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76578" y="5226909"/>
            <a:ext cx="10777450" cy="395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43013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pag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CE840CE-CFC4-0235-B753-542578BED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225" y="2921000"/>
            <a:ext cx="5607937" cy="62783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8000" spc="-300" dirty="0"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20000">
                      <a:schemeClr val="accent2"/>
                    </a:gs>
                  </a:gsLst>
                  <a:lin ang="10800000" scaled="1"/>
                  <a:tileRect/>
                </a:gradFill>
              </a:defRPr>
            </a:lvl1pPr>
          </a:lstStyle>
          <a:p>
            <a:pPr lvl="0">
              <a:lnSpc>
                <a:spcPts val="7500"/>
              </a:lnSpc>
            </a:pPr>
            <a:r>
              <a:rPr lang="en-US"/>
              <a:t>00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3CD4778-3D54-21D5-5F8D-BA9E3A5927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613" y="3713931"/>
            <a:ext cx="5430837" cy="492443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5" name="Picture 4" descr="A cartoon toy in a blue object&#10;&#10;Description automatically generated">
            <a:extLst>
              <a:ext uri="{FF2B5EF4-FFF2-40B4-BE49-F238E27FC236}">
                <a16:creationId xmlns:a16="http://schemas.microsoft.com/office/drawing/2014/main" id="{6226F2F7-43B4-00EF-A7C3-22F7253C05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434" y="4087477"/>
            <a:ext cx="12213456" cy="448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52639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pag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CE840CE-CFC4-0235-B753-542578BED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225" y="2921000"/>
            <a:ext cx="5607937" cy="62783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8000" spc="-300" dirty="0"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20000">
                      <a:schemeClr val="accent2"/>
                    </a:gs>
                  </a:gsLst>
                  <a:lin ang="10800000" scaled="1"/>
                  <a:tileRect/>
                </a:gradFill>
              </a:defRPr>
            </a:lvl1pPr>
          </a:lstStyle>
          <a:p>
            <a:pPr lvl="0">
              <a:lnSpc>
                <a:spcPts val="7500"/>
              </a:lnSpc>
            </a:pPr>
            <a:r>
              <a:rPr lang="en-US"/>
              <a:t>00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3CD4778-3D54-21D5-5F8D-BA9E3A5927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613" y="3713931"/>
            <a:ext cx="5430837" cy="492443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2" name="Picture 1" descr="A purple number on a black background&#10;&#10;Description automatically generated">
            <a:extLst>
              <a:ext uri="{FF2B5EF4-FFF2-40B4-BE49-F238E27FC236}">
                <a16:creationId xmlns:a16="http://schemas.microsoft.com/office/drawing/2014/main" id="{44A5FEA3-8FA3-98B6-1DDB-7C2E17D3A7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6119" y="5472953"/>
            <a:ext cx="1023834" cy="113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82192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5296" y="2125629"/>
            <a:ext cx="5443720" cy="123110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75296" y="3597951"/>
            <a:ext cx="5443722" cy="11633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A02B7-CC81-F385-DEFB-1A22DFA03B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0">
            <a:alphaModFix amt="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1337" y="512466"/>
            <a:ext cx="11069326" cy="583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82" r:id="rId1"/>
    <p:sldLayoutId id="2147485656" r:id="rId2"/>
    <p:sldLayoutId id="2147485848" r:id="rId3"/>
    <p:sldLayoutId id="2147485594" r:id="rId4"/>
    <p:sldLayoutId id="2147485688" r:id="rId5"/>
    <p:sldLayoutId id="2147485708" r:id="rId6"/>
    <p:sldLayoutId id="2147485707" r:id="rId7"/>
    <p:sldLayoutId id="2147485576" r:id="rId8"/>
    <p:sldLayoutId id="2147485578" r:id="rId9"/>
    <p:sldLayoutId id="2147485564" r:id="rId10"/>
    <p:sldLayoutId id="2147485566" r:id="rId11"/>
    <p:sldLayoutId id="2147485647" r:id="rId12"/>
    <p:sldLayoutId id="2147485567" r:id="rId13"/>
    <p:sldLayoutId id="2147485709" r:id="rId14"/>
    <p:sldLayoutId id="2147485727" r:id="rId15"/>
    <p:sldLayoutId id="2147485729" r:id="rId16"/>
    <p:sldLayoutId id="2147485572" r:id="rId17"/>
    <p:sldLayoutId id="2147485586" r:id="rId18"/>
    <p:sldLayoutId id="2147485706" r:id="rId19"/>
    <p:sldLayoutId id="2147485528" r:id="rId20"/>
    <p:sldLayoutId id="2147485534" r:id="rId21"/>
    <p:sldLayoutId id="2147485590" r:id="rId22"/>
    <p:sldLayoutId id="2147485582" r:id="rId23"/>
    <p:sldLayoutId id="2147485718" r:id="rId24"/>
    <p:sldLayoutId id="2147485598" r:id="rId25"/>
    <p:sldLayoutId id="2147485597" r:id="rId26"/>
    <p:sldLayoutId id="2147485507" r:id="rId27"/>
    <p:sldLayoutId id="2147485538" r:id="rId28"/>
    <p:sldLayoutId id="2147485539" r:id="rId29"/>
    <p:sldLayoutId id="2147485540" r:id="rId30"/>
    <p:sldLayoutId id="2147485702" r:id="rId31"/>
    <p:sldLayoutId id="2147485504" r:id="rId32"/>
    <p:sldLayoutId id="2147485730" r:id="rId33"/>
    <p:sldLayoutId id="2147485689" r:id="rId34"/>
    <p:sldLayoutId id="2147485698" r:id="rId35"/>
    <p:sldLayoutId id="2147485640" r:id="rId36"/>
    <p:sldLayoutId id="2147485600" r:id="rId37"/>
    <p:sldLayoutId id="2147485463" r:id="rId38"/>
    <p:sldLayoutId id="2147485655" r:id="rId39"/>
    <p:sldLayoutId id="2147485725" r:id="rId40"/>
    <p:sldLayoutId id="2147485722" r:id="rId41"/>
    <p:sldLayoutId id="2147485638" r:id="rId42"/>
    <p:sldLayoutId id="2147485735" r:id="rId43"/>
    <p:sldLayoutId id="2147485736" r:id="rId44"/>
    <p:sldLayoutId id="2147485737" r:id="rId45"/>
    <p:sldLayoutId id="2147485738" r:id="rId46"/>
    <p:sldLayoutId id="2147485739" r:id="rId47"/>
    <p:sldLayoutId id="2147485740" r:id="rId48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4000" b="1" kern="1200" cap="none" spc="0" baseline="0" dirty="0" smtClean="0">
          <a:ln w="3175">
            <a:noFill/>
          </a:ln>
          <a:solidFill>
            <a:schemeClr val="bg1"/>
          </a:solidFill>
          <a:effectLst/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2"/>
        </a:buClr>
        <a:buSzPct val="90000"/>
        <a:buFontTx/>
        <a:buNone/>
        <a:tabLst/>
        <a:defRPr sz="1800" b="1" kern="1200" spc="0" baseline="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5"/>
        </a:buClr>
        <a:buSzPct val="90000"/>
        <a:buFont typeface="Arial" panose="020B0604020202020204" pitchFamily="34" charset="0"/>
        <a:buChar char="•"/>
        <a:tabLst/>
        <a:defRPr sz="1200" b="0" kern="1200" spc="0" baseline="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5"/>
        </a:buClr>
        <a:buSzPct val="90000"/>
        <a:buFont typeface="Arial" panose="020B0604020202020204" pitchFamily="34" charset="0"/>
        <a:buChar char="•"/>
        <a:tabLst/>
        <a:defRPr sz="1200" b="0" kern="1200" spc="0" baseline="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5"/>
        </a:buClr>
        <a:buSzPct val="90000"/>
        <a:buFont typeface="Arial" panose="020B0604020202020204" pitchFamily="34" charset="0"/>
        <a:buChar char="•"/>
        <a:tabLst/>
        <a:defRPr sz="1200" b="0" kern="1200" spc="0" baseline="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5"/>
        </a:buClr>
        <a:buSzPct val="90000"/>
        <a:buFont typeface="Arial" panose="020B0604020202020204" pitchFamily="34" charset="0"/>
        <a:buChar char="•"/>
        <a:tabLst/>
        <a:defRPr sz="1200" b="0" kern="1200" spc="0" baseline="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 userDrawn="1">
          <p15:clr>
            <a:srgbClr val="C35EA4"/>
          </p15:clr>
        </p15:guide>
        <p15:guide id="17" pos="7320" userDrawn="1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 userDrawn="1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 userDrawn="1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F851-CDA2-4350-88BF-A9FB2D0D6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2" y="882802"/>
            <a:ext cx="9360173" cy="2885405"/>
          </a:xfrm>
        </p:spPr>
        <p:txBody>
          <a:bodyPr/>
          <a:lstStyle/>
          <a:p>
            <a:pPr algn="l"/>
            <a:r>
              <a:rPr lang="en-US" b="1" i="0" u="none" strike="noStrike" dirty="0">
                <a:effectLst/>
                <a:latin typeface="var(--title-font-family)"/>
              </a:rPr>
              <a:t>Building </a:t>
            </a:r>
            <a:r>
              <a:rPr lang="en-US" dirty="0">
                <a:latin typeface="var(--title-font-family)"/>
              </a:rPr>
              <a:t>Distributed </a:t>
            </a:r>
            <a:r>
              <a:rPr lang="en-US" b="1" i="0" u="none" strike="noStrike" dirty="0">
                <a:effectLst/>
                <a:latin typeface="var(--title-font-family)"/>
              </a:rPr>
              <a:t>Applications with .NET Aspire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E2297-33AB-4949-BE64-89C32135D2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5163" y="4715755"/>
            <a:ext cx="5430837" cy="609398"/>
          </a:xfrm>
        </p:spPr>
        <p:txBody>
          <a:bodyPr/>
          <a:lstStyle/>
          <a:p>
            <a:r>
              <a:rPr lang="en-US" dirty="0"/>
              <a:t>Shimon Dahan</a:t>
            </a:r>
          </a:p>
          <a:p>
            <a:r>
              <a:rPr lang="en-US" dirty="0"/>
              <a:t>Shimond@any-techs.co.il</a:t>
            </a:r>
          </a:p>
        </p:txBody>
      </p:sp>
    </p:spTree>
    <p:extLst>
      <p:ext uri="{BB962C8B-B14F-4D97-AF65-F5344CB8AC3E}">
        <p14:creationId xmlns:p14="http://schemas.microsoft.com/office/powerpoint/2010/main" val="226959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4A43-A80A-4B22-B9CE-A10D623A9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ar(--title-font-family)"/>
              </a:rPr>
              <a:t>Distributed </a:t>
            </a:r>
            <a:r>
              <a:rPr lang="en-US" b="1" i="0" u="none" strike="noStrike" dirty="0">
                <a:effectLst/>
                <a:latin typeface="var(--title-font-family)"/>
              </a:rPr>
              <a:t>Applications  - the</a:t>
            </a:r>
            <a:r>
              <a:rPr lang="en-US" dirty="0"/>
              <a:t> </a:t>
            </a:r>
            <a:r>
              <a:rPr lang="en-US" dirty="0">
                <a:latin typeface="var(--title-font-family)"/>
              </a:rPr>
              <a:t>Challenge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349D1-6D3C-4757-9B6A-87CB5F1D60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6506" y="2136750"/>
            <a:ext cx="4327894" cy="349326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Complex Setup:</a:t>
            </a:r>
            <a:r>
              <a:rPr lang="en-US" sz="1400" dirty="0"/>
              <a:t> Configuring local development environments to mirror production can be intricate and time-consuming.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Dependency Management:</a:t>
            </a:r>
            <a:r>
              <a:rPr lang="en-US" sz="1400" dirty="0"/>
              <a:t> Managing dependencies across multiple services and ensuring compatibility is challenging.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Service Orchestration:</a:t>
            </a:r>
            <a:r>
              <a:rPr lang="en-US" sz="1400" dirty="0"/>
              <a:t> Coordinating the startup and interaction of various services during development requires significant effort.</a:t>
            </a:r>
          </a:p>
          <a:p>
            <a:r>
              <a:rPr lang="en-US" sz="1400" b="1" dirty="0"/>
              <a:t>Debugging Nightmares :</a:t>
            </a:r>
            <a:r>
              <a:rPr lang="en-US" sz="1400" dirty="0"/>
              <a:t>Scattered logs across services made troubleshooting challenging</a:t>
            </a:r>
            <a:r>
              <a:rPr lang="en-US" sz="2000" dirty="0"/>
              <a:t>.</a:t>
            </a:r>
          </a:p>
          <a:p>
            <a:endParaRPr lang="en-US" sz="1400" dirty="0"/>
          </a:p>
          <a:p>
            <a:endParaRPr lang="en-US" sz="1400" dirty="0"/>
          </a:p>
        </p:txBody>
      </p:sp>
      <p:pic>
        <p:nvPicPr>
          <p:cNvPr id="11" name="Picture Placeholder 10" descr="A cartoon of a person holding a magnifying glass&#10;&#10;Description automatically generated">
            <a:extLst>
              <a:ext uri="{FF2B5EF4-FFF2-40B4-BE49-F238E27FC236}">
                <a16:creationId xmlns:a16="http://schemas.microsoft.com/office/drawing/2014/main" id="{280ABA26-99C1-82CB-F912-A95F37598B8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685" b="685"/>
          <a:stretch>
            <a:fillRect/>
          </a:stretch>
        </p:blipFill>
        <p:spPr/>
      </p:pic>
      <p:sp>
        <p:nvSpPr>
          <p:cNvPr id="9" name="AutoShape 2" descr="A humorous and simplified illustration of the complexity of logging and debugging in distributed applications. The image shows cartoon-style interconnected microservices as colorful nodes in a network, with some nodes looking stressed or confused. Logs are represented as tangled threads, and a detective character is trying to untangle them with a magnifying glass. A comical depiction of errors as red alarm bells and question marks popping up, and a confused developer scratching their head in the corner. The background is lighthearted and playful, emphasizing the chaotic yet relatable challenges.">
            <a:extLst>
              <a:ext uri="{FF2B5EF4-FFF2-40B4-BE49-F238E27FC236}">
                <a16:creationId xmlns:a16="http://schemas.microsoft.com/office/drawing/2014/main" id="{5E8D15E8-2BEA-91FA-F905-BBAF9611CB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880774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4A43-A80A-4B22-B9CE-A10D623A9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and Monitoring Challenges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349D1-6D3C-4757-9B6A-87CB5F1D60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2704" y="2231749"/>
            <a:ext cx="4175495" cy="2394502"/>
          </a:xfrm>
        </p:spPr>
        <p:txBody>
          <a:bodyPr/>
          <a:lstStyle/>
          <a:p>
            <a:r>
              <a:rPr lang="en-US" sz="1400" b="1" dirty="0"/>
              <a:t>Distributed Logging</a:t>
            </a:r>
            <a:r>
              <a:rPr lang="en-US" sz="1400" dirty="0"/>
              <a:t>: Collecting logs across multiple services and aggregating them into a central system.</a:t>
            </a:r>
          </a:p>
          <a:p>
            <a:r>
              <a:rPr lang="en-US" sz="1400" b="1" dirty="0"/>
              <a:t>Tracing</a:t>
            </a:r>
            <a:r>
              <a:rPr lang="en-US" sz="1400" dirty="0"/>
              <a:t>: Implementing distributed tracing to identify bottlenecks and errors across service calls.</a:t>
            </a:r>
          </a:p>
          <a:p>
            <a:r>
              <a:rPr lang="en-US" sz="1400" b="1" dirty="0"/>
              <a:t>Monitoring</a:t>
            </a:r>
            <a:r>
              <a:rPr lang="en-US" sz="1400" dirty="0"/>
              <a:t>: Setting up comprehensive monitoring for metrics, logs, and traces using tools like Prometheus, Grafana, or Application Insights.</a:t>
            </a:r>
          </a:p>
        </p:txBody>
      </p:sp>
      <p:pic>
        <p:nvPicPr>
          <p:cNvPr id="12" name="Picture 1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9D4F47D-9CC0-E499-5C18-3F65466CC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305" y="1895929"/>
            <a:ext cx="6245120" cy="327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5392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7D52FFA-1556-D426-2257-5DA70A3C8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3" y="422275"/>
            <a:ext cx="11061700" cy="554038"/>
          </a:xfrm>
        </p:spPr>
        <p:txBody>
          <a:bodyPr/>
          <a:lstStyle/>
          <a:p>
            <a:r>
              <a:rPr lang="en-US" dirty="0"/>
              <a:t>Resilience &amp;  Fault Tolerance Challenges</a:t>
            </a:r>
            <a:endParaRPr lang="en-IL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495225-E51C-E018-493F-62E390DF1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600" y="1722858"/>
            <a:ext cx="7591200" cy="412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0988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E21BD9-7C1B-55C7-C139-3F729586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1584E7-6C3A-691D-9B96-E497BC2A9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13"/>
            <a:ext cx="12192000" cy="6834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63118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F3997-354A-4610-8F35-F76402B1F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84" y="2485571"/>
            <a:ext cx="8069687" cy="1571264"/>
          </a:xfrm>
        </p:spPr>
        <p:txBody>
          <a:bodyPr/>
          <a:lstStyle/>
          <a:p>
            <a:r>
              <a:rPr lang="en-US" dirty="0"/>
              <a:t>Demo: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CarePulse</a:t>
            </a:r>
            <a:r>
              <a:rPr lang="he-IL" dirty="0"/>
              <a:t>  </a:t>
            </a:r>
            <a:r>
              <a:rPr lang="en-US" dirty="0"/>
              <a:t>Monitoring system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1EED1F7-5429-4C7B-981C-9761EE4B48E1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2"/>
          <a:srcRect t="63" b="63"/>
          <a:stretch/>
        </p:blipFill>
        <p:spPr/>
      </p:pic>
    </p:spTree>
    <p:extLst>
      <p:ext uri="{BB962C8B-B14F-4D97-AF65-F5344CB8AC3E}">
        <p14:creationId xmlns:p14="http://schemas.microsoft.com/office/powerpoint/2010/main" val="93311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669A2-7C85-3F92-6242-9E861FF66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582E9-FEA3-C431-F1A8-0D9B8BA2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676" y="422028"/>
            <a:ext cx="11060492" cy="615553"/>
          </a:xfrm>
        </p:spPr>
        <p:txBody>
          <a:bodyPr/>
          <a:lstStyle/>
          <a:p>
            <a:r>
              <a:rPr lang="en-US" dirty="0"/>
              <a:t>Docker compose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D7F60C-ED7C-BF0F-1864-9C02315475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676" y="1861397"/>
            <a:ext cx="10011426" cy="320087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Multi-Service </a:t>
            </a:r>
            <a:r>
              <a:rPr lang="en-US" sz="2000" dirty="0" err="1"/>
              <a:t>OrchestrationEasily</a:t>
            </a:r>
            <a:r>
              <a:rPr lang="en-US" sz="2000" dirty="0"/>
              <a:t> run multiple containers (e.g., ASP.NET service, database, Redis) in one step. Compose takes care of starting, linking, and managing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Consistent Development </a:t>
            </a:r>
            <a:r>
              <a:rPr lang="en-US" sz="2000" dirty="0" err="1"/>
              <a:t>EnvironmentDefine</a:t>
            </a:r>
            <a:r>
              <a:rPr lang="en-US" sz="2000" dirty="0"/>
              <a:t> all services in a single YAML file, ensuring everyone on the team runs the same setup—no more “it works on my machine.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”Simplified </a:t>
            </a:r>
            <a:r>
              <a:rPr lang="en-US" sz="2000" dirty="0" err="1"/>
              <a:t>ConfigurationUse</a:t>
            </a:r>
            <a:r>
              <a:rPr lang="en-US" sz="2000" dirty="0"/>
              <a:t> environment variables and configuration in docker-</a:t>
            </a:r>
            <a:r>
              <a:rPr lang="en-US" sz="2000" dirty="0" err="1"/>
              <a:t>compose.yml</a:t>
            </a:r>
            <a:r>
              <a:rPr lang="en-US" sz="2000" dirty="0"/>
              <a:t> to centralize settings (like connection strings) for your ASP.NET application.</a:t>
            </a:r>
          </a:p>
        </p:txBody>
      </p:sp>
    </p:spTree>
    <p:extLst>
      <p:ext uri="{BB962C8B-B14F-4D97-AF65-F5344CB8AC3E}">
        <p14:creationId xmlns:p14="http://schemas.microsoft.com/office/powerpoint/2010/main" val="278650493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069D1-B11F-60D5-FA33-7F2125A83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2B6B5-D31B-D8F4-593E-08CABEA73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84" y="2485571"/>
            <a:ext cx="8069687" cy="2617704"/>
          </a:xfrm>
        </p:spPr>
        <p:txBody>
          <a:bodyPr/>
          <a:lstStyle/>
          <a:p>
            <a:r>
              <a:rPr lang="en-US" dirty="0"/>
              <a:t>Demo: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CarePulse</a:t>
            </a:r>
            <a:r>
              <a:rPr lang="he-IL" dirty="0"/>
              <a:t>  </a:t>
            </a:r>
            <a:r>
              <a:rPr lang="en-US" dirty="0"/>
              <a:t>Monitoring system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Using docker-compose</a:t>
            </a:r>
            <a:endParaRPr lang="en-US" u="sng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8F52AA6-FB33-9A2D-89CC-756C128B8F4B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2"/>
          <a:srcRect t="63" b="63"/>
          <a:stretch/>
        </p:blipFill>
        <p:spPr/>
      </p:pic>
    </p:spTree>
    <p:extLst>
      <p:ext uri="{BB962C8B-B14F-4D97-AF65-F5344CB8AC3E}">
        <p14:creationId xmlns:p14="http://schemas.microsoft.com/office/powerpoint/2010/main" val="2923023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5307D-5049-048C-6E7C-6D4DF818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D47DA-14CB-B8CA-720C-4BC6931FA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676" y="422028"/>
            <a:ext cx="11060492" cy="615553"/>
          </a:xfrm>
        </p:spPr>
        <p:txBody>
          <a:bodyPr/>
          <a:lstStyle/>
          <a:p>
            <a:r>
              <a:rPr lang="en-US" dirty="0"/>
              <a:t>Docker compose disadvantages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CE1D4E-BABF-429E-9BE0-C97CFD7A0A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676" y="1861397"/>
            <a:ext cx="7162213" cy="44152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Complex Networking in Large Setups </a:t>
            </a:r>
          </a:p>
          <a:p>
            <a:pPr lvl="1"/>
            <a:r>
              <a:rPr lang="en-US" sz="2400" dirty="0">
                <a:solidFill>
                  <a:schemeClr val="bg2"/>
                </a:solidFill>
              </a:rPr>
              <a:t>While it simplifies networking for small setups, managing complex networks or cross-host communication can become cumbersome without additional tools.</a:t>
            </a:r>
          </a:p>
          <a:p>
            <a:pPr lvl="1"/>
            <a:endParaRPr lang="en-US" sz="24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Lacks Advanced Monitoring</a:t>
            </a:r>
          </a:p>
          <a:p>
            <a:pPr lvl="1"/>
            <a:r>
              <a:rPr lang="en-US" sz="2400" dirty="0">
                <a:solidFill>
                  <a:schemeClr val="bg2"/>
                </a:solidFill>
              </a:rPr>
              <a:t>Docker Compose doesn’t include built-in tools for monitoring container health or resource usage, which are essential for large-scale applications.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E2F29E-9C9B-C0AC-06A5-B221BBA05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308" y="1861397"/>
            <a:ext cx="3751016" cy="38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04897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395D0-113C-755C-5A67-1D8D972F3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.NET Aspire. .NET Aspire is a cloud ready stack for… | by Henrique ...">
            <a:extLst>
              <a:ext uri="{FF2B5EF4-FFF2-40B4-BE49-F238E27FC236}">
                <a16:creationId xmlns:a16="http://schemas.microsoft.com/office/drawing/2014/main" id="{B1FBEF9F-83DB-09B0-3AD4-E26B80A0D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41113" y="2014583"/>
            <a:ext cx="3760470" cy="2105862"/>
          </a:xfrm>
          <a:prstGeom prst="rect">
            <a:avLst/>
          </a:prstGeom>
          <a:noFill/>
          <a:effectLst>
            <a:outerShdw blurRad="952500" dist="444500" dir="2700000" algn="ctr" rotWithShape="0">
              <a:schemeClr val="accent5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1C3288-11E0-0D19-E315-FBB625EC59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60080" y="2599663"/>
            <a:ext cx="5174636" cy="218709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dirty="0"/>
              <a:t>.NET Aspire is a modern application </a:t>
            </a:r>
            <a:r>
              <a:rPr lang="en-US" sz="1400" dirty="0"/>
              <a:t>development</a:t>
            </a:r>
            <a:r>
              <a:rPr lang="en-US" sz="1400" b="0" dirty="0"/>
              <a:t> framework designed to </a:t>
            </a:r>
            <a:r>
              <a:rPr lang="en-US" sz="1400" dirty="0"/>
              <a:t>simplify</a:t>
            </a:r>
            <a:r>
              <a:rPr lang="en-US" sz="1400" b="0" dirty="0"/>
              <a:t> the </a:t>
            </a:r>
            <a:r>
              <a:rPr lang="en-US" sz="1400" dirty="0"/>
              <a:t>creation</a:t>
            </a:r>
            <a:r>
              <a:rPr lang="en-US" sz="1400" b="0" dirty="0"/>
              <a:t>, </a:t>
            </a:r>
            <a:r>
              <a:rPr lang="en-US" sz="1400" dirty="0"/>
              <a:t>management</a:t>
            </a:r>
            <a:r>
              <a:rPr lang="en-US" sz="1400" b="0" dirty="0"/>
              <a:t>, and scalability of distributed systems. It integrates </a:t>
            </a:r>
            <a:r>
              <a:rPr lang="en-US" sz="1400" dirty="0"/>
              <a:t>seamlessly</a:t>
            </a:r>
            <a:r>
              <a:rPr lang="en-US" sz="1400" b="0" dirty="0"/>
              <a:t> with the Microsoft ecosystem and cloud-native technologies, offering a </a:t>
            </a:r>
            <a:r>
              <a:rPr lang="en-US" sz="1400" dirty="0"/>
              <a:t>unified platform </a:t>
            </a:r>
            <a:r>
              <a:rPr lang="en-US" sz="1400" b="0" dirty="0"/>
              <a:t>for developers to build robust applications.</a:t>
            </a:r>
            <a:endParaRPr lang="en-IL" sz="1400" b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6DF8E0-C638-0ABF-A780-7CB23040F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677" y="422028"/>
            <a:ext cx="11018520" cy="553998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.NET Aspire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7104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A0726C-4166-FA55-CD37-46AA318B8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0676" y="2518039"/>
            <a:ext cx="3192272" cy="276999"/>
          </a:xfrm>
        </p:spPr>
        <p:txBody>
          <a:bodyPr/>
          <a:lstStyle/>
          <a:p>
            <a:r>
              <a:rPr lang="en-US" dirty="0"/>
              <a:t>Observability</a:t>
            </a:r>
            <a:endParaRPr lang="en-I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2024E9-B806-E983-5295-1B40C5D5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676" y="422028"/>
            <a:ext cx="11060492" cy="615553"/>
          </a:xfrm>
        </p:spPr>
        <p:txBody>
          <a:bodyPr/>
          <a:lstStyle/>
          <a:p>
            <a:r>
              <a:rPr lang="en-US" dirty="0"/>
              <a:t>.NET Aspire </a:t>
            </a:r>
            <a:r>
              <a:rPr lang="en-US" dirty="0" err="1"/>
              <a:t>ServiceDefaults</a:t>
            </a:r>
            <a:r>
              <a:rPr lang="en-US" dirty="0"/>
              <a:t> project</a:t>
            </a:r>
            <a:endParaRPr lang="en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F1A60-19FB-D6F1-BA09-7711FDFF58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676" y="3034693"/>
            <a:ext cx="3192272" cy="738664"/>
          </a:xfrm>
        </p:spPr>
        <p:txBody>
          <a:bodyPr/>
          <a:lstStyle/>
          <a:p>
            <a:r>
              <a:rPr lang="en-US" dirty="0"/>
              <a:t>Integrates </a:t>
            </a:r>
            <a:r>
              <a:rPr lang="en-US" dirty="0" err="1"/>
              <a:t>OpenTelemetry</a:t>
            </a:r>
            <a:r>
              <a:rPr lang="en-US" dirty="0"/>
              <a:t> for metrics, tracing, and logging, facilitating comprehensive monitoring and diagnostics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88CCC3-8A63-E4BC-285E-18172C4D96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Resilience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D66A6A-8E38-0F20-73D8-FE50B98DC6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06976" y="1865553"/>
            <a:ext cx="3192272" cy="929485"/>
          </a:xfrm>
        </p:spPr>
        <p:txBody>
          <a:bodyPr/>
          <a:lstStyle/>
          <a:p>
            <a:r>
              <a:rPr lang="en-US" dirty="0"/>
              <a:t>Configures default policies for handling transient faults, enhancing application robustness. </a:t>
            </a:r>
          </a:p>
          <a:p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B5A18C-D24D-CAF3-E8CC-BD058324B6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3696" y="2656538"/>
            <a:ext cx="3192272" cy="276999"/>
          </a:xfrm>
        </p:spPr>
        <p:txBody>
          <a:bodyPr/>
          <a:lstStyle/>
          <a:p>
            <a:r>
              <a:rPr lang="en-US" dirty="0"/>
              <a:t>Health Checks</a:t>
            </a:r>
            <a:endParaRPr lang="en-I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93AC42-6128-EDC9-008A-F09A5C72B3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43696" y="3173192"/>
            <a:ext cx="3192272" cy="369332"/>
          </a:xfrm>
        </p:spPr>
        <p:txBody>
          <a:bodyPr/>
          <a:lstStyle/>
          <a:p>
            <a:r>
              <a:rPr lang="en-US" dirty="0"/>
              <a:t>Adds default health check endpoints to monitor service health and readiness.</a:t>
            </a:r>
            <a:endParaRPr lang="en-IL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EFDFF37-E018-6C44-4AE2-296F640B2B7C}"/>
              </a:ext>
            </a:extLst>
          </p:cNvPr>
          <p:cNvSpPr txBox="1">
            <a:spLocks/>
          </p:cNvSpPr>
          <p:nvPr/>
        </p:nvSpPr>
        <p:spPr>
          <a:xfrm>
            <a:off x="4506976" y="4531028"/>
            <a:ext cx="3192272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0000"/>
              <a:buFontTx/>
              <a:buNone/>
              <a:tabLst/>
              <a:defRPr sz="1800" b="1" kern="1200" spc="0" baseline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  <a:defRPr sz="1200" b="0" kern="120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  <a:defRPr sz="1200" b="0" kern="120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  <a:defRPr sz="1200" b="0" kern="120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  <a:defRPr sz="1200" b="0" kern="120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Service Discovery</a:t>
            </a:r>
            <a:endParaRPr lang="en-IL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494BFD9-CB4A-96F1-A2FE-1A5EFEA7C90F}"/>
              </a:ext>
            </a:extLst>
          </p:cNvPr>
          <p:cNvSpPr txBox="1">
            <a:spLocks/>
          </p:cNvSpPr>
          <p:nvPr/>
        </p:nvSpPr>
        <p:spPr>
          <a:xfrm>
            <a:off x="4506976" y="5047682"/>
            <a:ext cx="319227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1450" marR="0" indent="-17145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None/>
              <a:tabLst/>
              <a:defRPr lang="en-US" sz="1200" b="0" kern="1200" spc="0" baseline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  <a:defRPr lang="en-US" sz="1600" b="0" kern="1200" spc="0" baseline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  <a:defRPr lang="en-US" sz="1600" b="0" kern="1200" spc="0" baseline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  <a:defRPr lang="en-US" sz="1400" b="0" kern="1200" spc="0" baseline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5"/>
              </a:buClr>
              <a:buSzPct val="90000"/>
              <a:buFont typeface="Arial" panose="020B0604020202020204" pitchFamily="34" charset="0"/>
              <a:buChar char="•"/>
              <a:tabLst/>
              <a:defRPr lang="en-US" sz="1400" b="0" kern="1200" spc="0" baseline="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Enables seamless service-to-service communication through automatic discovery mechanisms</a:t>
            </a:r>
          </a:p>
        </p:txBody>
      </p:sp>
    </p:spTree>
    <p:extLst>
      <p:ext uri="{BB962C8B-B14F-4D97-AF65-F5344CB8AC3E}">
        <p14:creationId xmlns:p14="http://schemas.microsoft.com/office/powerpoint/2010/main" val="351291442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8D29B4-6E31-C0D5-7CF5-B6575C00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676" y="422028"/>
            <a:ext cx="11060492" cy="615553"/>
          </a:xfrm>
        </p:spPr>
        <p:txBody>
          <a:bodyPr/>
          <a:lstStyle/>
          <a:p>
            <a:r>
              <a:rPr lang="en-US" dirty="0"/>
              <a:t>.NET Aspire dashboard</a:t>
            </a:r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A1D8A2-A98F-FD90-9BF4-26EC57459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65" y="1545311"/>
            <a:ext cx="10048816" cy="459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2496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3DCC02-BEE3-8F24-4A72-55504D7801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0676" y="1348899"/>
            <a:ext cx="3192272" cy="553998"/>
          </a:xfrm>
        </p:spPr>
        <p:txBody>
          <a:bodyPr/>
          <a:lstStyle/>
          <a:p>
            <a:r>
              <a:rPr lang="en-US" b="1" dirty="0"/>
              <a:t>Productivity</a:t>
            </a:r>
          </a:p>
          <a:p>
            <a:endParaRPr lang="en-I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740DC1-A623-2D2D-64C0-F37F7DA3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676" y="422028"/>
            <a:ext cx="11060492" cy="615553"/>
          </a:xfrm>
        </p:spPr>
        <p:txBody>
          <a:bodyPr/>
          <a:lstStyle/>
          <a:p>
            <a:r>
              <a:rPr lang="en-US" b="1" dirty="0"/>
              <a:t>Advantages of Aspire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1B1F8-95A5-D83D-D520-B9FEAE7ED2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676" y="1865553"/>
            <a:ext cx="3192272" cy="1138773"/>
          </a:xfrm>
        </p:spPr>
        <p:txBody>
          <a:bodyPr/>
          <a:lstStyle/>
          <a:p>
            <a:r>
              <a:rPr lang="en-US" sz="2000" dirty="0"/>
              <a:t>Faster development with pre-defined patterns</a:t>
            </a:r>
          </a:p>
          <a:p>
            <a:endParaRPr lang="en-IL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0FF2A0-D5E5-EC44-216C-D66F80F8C9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06976" y="1348899"/>
            <a:ext cx="3192272" cy="553998"/>
          </a:xfrm>
        </p:spPr>
        <p:txBody>
          <a:bodyPr/>
          <a:lstStyle/>
          <a:p>
            <a:r>
              <a:rPr lang="en-US" b="1" dirty="0"/>
              <a:t>Reliability</a:t>
            </a:r>
          </a:p>
          <a:p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ED14F0-07E9-B8FA-4215-969A22664B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06976" y="1865553"/>
            <a:ext cx="3192272" cy="1138773"/>
          </a:xfrm>
        </p:spPr>
        <p:txBody>
          <a:bodyPr/>
          <a:lstStyle/>
          <a:p>
            <a:r>
              <a:rPr lang="en-US" sz="2000" dirty="0"/>
              <a:t>Ensures fault tolerance and resilience</a:t>
            </a:r>
          </a:p>
          <a:p>
            <a:endParaRPr lang="en-IL" sz="2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61D2703-181E-FCDE-85F0-251AACA6F6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38896" y="1348899"/>
            <a:ext cx="3192272" cy="553998"/>
          </a:xfrm>
        </p:spPr>
        <p:txBody>
          <a:bodyPr/>
          <a:lstStyle/>
          <a:p>
            <a:r>
              <a:rPr lang="en-US" b="1" dirty="0"/>
              <a:t>Consistency</a:t>
            </a:r>
          </a:p>
          <a:p>
            <a:endParaRPr lang="en-I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07F4C5-2B74-8993-2D86-221B0D586B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38896" y="1865553"/>
            <a:ext cx="3192272" cy="1138773"/>
          </a:xfrm>
        </p:spPr>
        <p:txBody>
          <a:bodyPr/>
          <a:lstStyle/>
          <a:p>
            <a:r>
              <a:rPr lang="en-US" sz="2000" dirty="0"/>
              <a:t>Unified development practices across teams</a:t>
            </a:r>
          </a:p>
          <a:p>
            <a:endParaRPr lang="en-IL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44E42A-90B4-01C2-FCC6-EC4D48425D24}"/>
              </a:ext>
            </a:extLst>
          </p:cNvPr>
          <p:cNvSpPr/>
          <p:nvPr/>
        </p:nvSpPr>
        <p:spPr>
          <a:xfrm>
            <a:off x="1258529" y="3196186"/>
            <a:ext cx="9674942" cy="31561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C3A48C-5F28-4AFB-E070-55D99CB9B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18" y="2772187"/>
            <a:ext cx="11564964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6808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AEDDB-3F58-010D-B945-FBAA28E62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77290-916F-119B-4E4C-682071BA8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84" y="2485571"/>
            <a:ext cx="8069687" cy="2617704"/>
          </a:xfrm>
        </p:spPr>
        <p:txBody>
          <a:bodyPr/>
          <a:lstStyle/>
          <a:p>
            <a:r>
              <a:rPr lang="en-US" dirty="0"/>
              <a:t>Demo: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CarePulse</a:t>
            </a:r>
            <a:r>
              <a:rPr lang="he-IL" dirty="0"/>
              <a:t>  </a:t>
            </a:r>
            <a:r>
              <a:rPr lang="en-US" dirty="0"/>
              <a:t>Monitoring system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Using Asp.net aspire 9</a:t>
            </a:r>
            <a:endParaRPr lang="en-US" u="sng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715F9DC-EE11-5011-5070-AED65C6BF84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2"/>
          <a:srcRect t="63" b="63"/>
          <a:stretch/>
        </p:blipFill>
        <p:spPr/>
      </p:pic>
    </p:spTree>
    <p:extLst>
      <p:ext uri="{BB962C8B-B14F-4D97-AF65-F5344CB8AC3E}">
        <p14:creationId xmlns:p14="http://schemas.microsoft.com/office/powerpoint/2010/main" val="31585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4A43-A80A-4B22-B9CE-A10D623A9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OpenTelemetry</a:t>
            </a:r>
            <a:r>
              <a:rPr lang="en-US" dirty="0"/>
              <a:t> and .NET Aspire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078C2-3230-4754-A85C-5B79B4E18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0677" y="1410138"/>
            <a:ext cx="3573130" cy="830997"/>
          </a:xfrm>
        </p:spPr>
        <p:txBody>
          <a:bodyPr/>
          <a:lstStyle/>
          <a:p>
            <a:r>
              <a:rPr lang="en-US" dirty="0" err="1"/>
              <a:t>OpenTelemetry</a:t>
            </a:r>
            <a:r>
              <a:rPr lang="en-US" dirty="0"/>
              <a:t> lets you see what your application is doing under the covers.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349D1-6D3C-4757-9B6A-87CB5F1D60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677" y="2526543"/>
            <a:ext cx="3573130" cy="1335750"/>
          </a:xfrm>
        </p:spPr>
        <p:txBody>
          <a:bodyPr/>
          <a:lstStyle/>
          <a:p>
            <a:r>
              <a:rPr lang="en-US" dirty="0"/>
              <a:t>Aspire Dashboard shows Traces and Metrics</a:t>
            </a:r>
          </a:p>
          <a:p>
            <a:r>
              <a:rPr lang="en-US" dirty="0"/>
              <a:t>Instrument AWS SDK with </a:t>
            </a:r>
            <a:r>
              <a:rPr lang="en-US" dirty="0" err="1"/>
              <a:t>OpenTelemetry.Instrumentation.AWS</a:t>
            </a:r>
            <a:r>
              <a:rPr lang="en-US" dirty="0"/>
              <a:t> NuGet package</a:t>
            </a:r>
          </a:p>
          <a:p>
            <a:r>
              <a:rPr lang="en-US" dirty="0"/>
              <a:t>See what AWS calls your application is making.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5CF0AF1-AAF5-4478-8E95-96DA7E08820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t="2996" b="2996"/>
          <a:stretch/>
        </p:blipFill>
        <p:spPr/>
      </p:pic>
    </p:spTree>
    <p:extLst>
      <p:ext uri="{BB962C8B-B14F-4D97-AF65-F5344CB8AC3E}">
        <p14:creationId xmlns:p14="http://schemas.microsoft.com/office/powerpoint/2010/main" val="400716300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7375C-2604-48D9-8E8B-C03947924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013502"/>
            <a:ext cx="9144000" cy="83099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8135634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zure 2023 Template">
  <a:themeElements>
    <a:clrScheme name="Custom 20">
      <a:dk1>
        <a:srgbClr val="333333"/>
      </a:dk1>
      <a:lt1>
        <a:srgbClr val="FFFFFF"/>
      </a:lt1>
      <a:dk2>
        <a:srgbClr val="190449"/>
      </a:dk2>
      <a:lt2>
        <a:srgbClr val="FAFAFA"/>
      </a:lt2>
      <a:accent1>
        <a:srgbClr val="4F2BD3"/>
      </a:accent1>
      <a:accent2>
        <a:srgbClr val="E566CC"/>
      </a:accent2>
      <a:accent3>
        <a:srgbClr val="FA94A1"/>
      </a:accent3>
      <a:accent4>
        <a:srgbClr val="29C2D0"/>
      </a:accent4>
      <a:accent5>
        <a:srgbClr val="D502AA"/>
      </a:accent5>
      <a:accent6>
        <a:srgbClr val="0B6BFF"/>
      </a:accent6>
      <a:hlink>
        <a:srgbClr val="502AD4"/>
      </a:hlink>
      <a:folHlink>
        <a:srgbClr val="D502AA"/>
      </a:folHlink>
    </a:clrScheme>
    <a:fontScheme name="Custom 4">
      <a:majorFont>
        <a:latin typeface="Segoe Sans Text Semibold"/>
        <a:ea typeface=""/>
        <a:cs typeface=""/>
      </a:majorFont>
      <a:minorFont>
        <a:latin typeface="Segoe Sans Tex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1" id="{662DC8C9-CFC0-405F-82A1-B248626FCAE6}" vid="{49C91371-712F-49B7-AFEB-59DA86371D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8D393254D930438EAEFA57144E97A1" ma:contentTypeVersion="25" ma:contentTypeDescription="Create a new document." ma:contentTypeScope="" ma:versionID="aa337274a6e4f0f9ab0c529ae03cafeb">
  <xsd:schema xmlns:xsd="http://www.w3.org/2001/XMLSchema" xmlns:xs="http://www.w3.org/2001/XMLSchema" xmlns:p="http://schemas.microsoft.com/office/2006/metadata/properties" xmlns:ns1="http://schemas.microsoft.com/sharepoint/v3" xmlns:ns2="ed971524-76e7-40a8-a01a-f99956bd178c" xmlns:ns3="b0e4521d-181b-4aee-b4a8-952b2bc14729" xmlns:ns4="230e9df3-be65-4c73-a93b-d1236ebd677e" targetNamespace="http://schemas.microsoft.com/office/2006/metadata/properties" ma:root="true" ma:fieldsID="d6ea78b6e8858fc99f2c8ddd30897b1b" ns1:_="" ns2:_="" ns3:_="" ns4:_="">
    <xsd:import namespace="http://schemas.microsoft.com/sharepoint/v3"/>
    <xsd:import namespace="ed971524-76e7-40a8-a01a-f99956bd178c"/>
    <xsd:import namespace="b0e4521d-181b-4aee-b4a8-952b2bc14729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DateTaken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_Flow_SignoffStatu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Created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971524-76e7-40a8-a01a-f99956bd17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CreatedDate" ma:index="32" nillable="true" ma:displayName="Created Date" ma:format="DateOnly" ma:internalName="Created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e4521d-181b-4aee-b4a8-952b2bc1472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description="" ma:hidden="true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8" nillable="true" ma:displayName="Taxonomy Catch All Column" ma:hidden="true" ma:list="{4878c228-8058-4046-9772-52152af8f71f}" ma:internalName="TaxCatchAll" ma:showField="CatchAllData" ma:web="b0e4521d-181b-4aee-b4a8-952b2bc147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B54934-7202-4998-B9DC-3328E9A9B84B}">
  <ds:schemaRefs>
    <ds:schemaRef ds:uri="230e9df3-be65-4c73-a93b-d1236ebd677e"/>
    <ds:schemaRef ds:uri="b0e4521d-181b-4aee-b4a8-952b2bc14729"/>
    <ds:schemaRef ds:uri="ed971524-76e7-40a8-a01a-f99956bd178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72D3392-704F-4677-B1C8-F1E00F675E4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Microsoft-Azure-PowerPoint-Template</Template>
  <TotalTime>0</TotalTime>
  <Words>527</Words>
  <Application>Microsoft Office PowerPoint</Application>
  <PresentationFormat>Widescreen</PresentationFormat>
  <Paragraphs>54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Segoe Sans Text</vt:lpstr>
      <vt:lpstr>Wingdings</vt:lpstr>
      <vt:lpstr>Arial</vt:lpstr>
      <vt:lpstr>var(--title-font-family)</vt:lpstr>
      <vt:lpstr>Calibri</vt:lpstr>
      <vt:lpstr>Segoe UI</vt:lpstr>
      <vt:lpstr>Open Sans</vt:lpstr>
      <vt:lpstr>Azure 2023 Template</vt:lpstr>
      <vt:lpstr>Building Distributed Applications with .NET Aspire</vt:lpstr>
      <vt:lpstr>Distributed Applications  - the Challenge</vt:lpstr>
      <vt:lpstr>Logging and Monitoring Challenges</vt:lpstr>
      <vt:lpstr>Resilience &amp;  Fault Tolerance Challenges</vt:lpstr>
      <vt:lpstr>PowerPoint Presentation</vt:lpstr>
      <vt:lpstr>Demo:  CarePulse  Monitoring system</vt:lpstr>
      <vt:lpstr>Docker compose </vt:lpstr>
      <vt:lpstr>Demo:  CarePulse  Monitoring system  Using docker-compose</vt:lpstr>
      <vt:lpstr>Docker compose disadvantages</vt:lpstr>
      <vt:lpstr>.NET Aspire </vt:lpstr>
      <vt:lpstr>.NET Aspire ServiceDefaults project</vt:lpstr>
      <vt:lpstr>.NET Aspire dashboard</vt:lpstr>
      <vt:lpstr>Advantages of Aspire</vt:lpstr>
      <vt:lpstr>Demo:  CarePulse  Monitoring system  Using Asp.net aspire 9</vt:lpstr>
      <vt:lpstr>OpenTelemetry and .NET Aspire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2024-10-07T23:57:31Z</dcterms:created>
  <dcterms:modified xsi:type="dcterms:W3CDTF">2025-01-16T06:45:12Z</dcterms:modified>
  <cp:category/>
</cp:coreProperties>
</file>